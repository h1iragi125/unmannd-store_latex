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60" r:id="rId2"/>
    <p:sldMasterId id="2147483662" r:id="rId3"/>
  </p:sldMasterIdLst>
  <p:sldIdLst>
    <p:sldId id="256" r:id="rId4"/>
    <p:sldId id="258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82" autoAdjust="0"/>
    <p:restoredTop sz="94660"/>
  </p:normalViewPr>
  <p:slideViewPr>
    <p:cSldViewPr snapToGrid="0">
      <p:cViewPr varScale="1">
        <p:scale>
          <a:sx n="97" d="100"/>
          <a:sy n="97" d="100"/>
        </p:scale>
        <p:origin x="17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2.xml"/><Relationship Id="rId10" Type="http://schemas.openxmlformats.org/officeDocument/2006/relationships/customXml" Target="../customXml/item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CFA4FF5-3FAA-9308-B292-7C962E4C269F}"/>
              </a:ext>
            </a:extLst>
          </p:cNvPr>
          <p:cNvSpPr/>
          <p:nvPr userDrawn="1"/>
        </p:nvSpPr>
        <p:spPr>
          <a:xfrm>
            <a:off x="620100" y="1005420"/>
            <a:ext cx="5617800" cy="789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468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8655628-202C-B867-1910-84A5F513CFE4}"/>
              </a:ext>
            </a:extLst>
          </p:cNvPr>
          <p:cNvSpPr/>
          <p:nvPr userDrawn="1"/>
        </p:nvSpPr>
        <p:spPr>
          <a:xfrm>
            <a:off x="620100" y="963480"/>
            <a:ext cx="2728440" cy="7979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2625E0D-0410-3AE3-F956-E5E18F7B95F0}"/>
              </a:ext>
            </a:extLst>
          </p:cNvPr>
          <p:cNvSpPr/>
          <p:nvPr userDrawn="1"/>
        </p:nvSpPr>
        <p:spPr>
          <a:xfrm>
            <a:off x="3509462" y="963480"/>
            <a:ext cx="2728440" cy="7979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3552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10471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949BAC08-15F4-FCAC-A410-9C4B630A5DC9}"/>
              </a:ext>
            </a:extLst>
          </p:cNvPr>
          <p:cNvSpPr/>
          <p:nvPr userDrawn="1"/>
        </p:nvSpPr>
        <p:spPr>
          <a:xfrm>
            <a:off x="1" y="0"/>
            <a:ext cx="6858000" cy="9906000"/>
          </a:xfrm>
          <a:custGeom>
            <a:avLst/>
            <a:gdLst>
              <a:gd name="connsiteX0" fmla="*/ 620099 w 6858000"/>
              <a:gd name="connsiteY0" fmla="*/ 1005420 h 9906000"/>
              <a:gd name="connsiteX1" fmla="*/ 620099 w 6858000"/>
              <a:gd name="connsiteY1" fmla="*/ 8900580 h 9906000"/>
              <a:gd name="connsiteX2" fmla="*/ 6237899 w 6858000"/>
              <a:gd name="connsiteY2" fmla="*/ 8900580 h 9906000"/>
              <a:gd name="connsiteX3" fmla="*/ 6237899 w 6858000"/>
              <a:gd name="connsiteY3" fmla="*/ 1005420 h 9906000"/>
              <a:gd name="connsiteX4" fmla="*/ 0 w 6858000"/>
              <a:gd name="connsiteY4" fmla="*/ 0 h 9906000"/>
              <a:gd name="connsiteX5" fmla="*/ 6858000 w 6858000"/>
              <a:gd name="connsiteY5" fmla="*/ 0 h 9906000"/>
              <a:gd name="connsiteX6" fmla="*/ 6858000 w 6858000"/>
              <a:gd name="connsiteY6" fmla="*/ 9906000 h 9906000"/>
              <a:gd name="connsiteX7" fmla="*/ 0 w 6858000"/>
              <a:gd name="connsiteY7" fmla="*/ 9906000 h 990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9906000">
                <a:moveTo>
                  <a:pt x="620099" y="1005420"/>
                </a:moveTo>
                <a:lnTo>
                  <a:pt x="620099" y="8900580"/>
                </a:lnTo>
                <a:lnTo>
                  <a:pt x="6237899" y="8900580"/>
                </a:lnTo>
                <a:lnTo>
                  <a:pt x="6237899" y="1005420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906000"/>
                </a:lnTo>
                <a:lnTo>
                  <a:pt x="0" y="990600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426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207396C1-9EC3-3170-5079-EEDFA6E9E0E8}"/>
              </a:ext>
            </a:extLst>
          </p:cNvPr>
          <p:cNvSpPr/>
          <p:nvPr userDrawn="1"/>
        </p:nvSpPr>
        <p:spPr>
          <a:xfrm>
            <a:off x="0" y="0"/>
            <a:ext cx="6858000" cy="9906000"/>
          </a:xfrm>
          <a:custGeom>
            <a:avLst/>
            <a:gdLst>
              <a:gd name="connsiteX0" fmla="*/ 3509460 w 6858000"/>
              <a:gd name="connsiteY0" fmla="*/ 963480 h 9906000"/>
              <a:gd name="connsiteX1" fmla="*/ 3509460 w 6858000"/>
              <a:gd name="connsiteY1" fmla="*/ 8942520 h 9906000"/>
              <a:gd name="connsiteX2" fmla="*/ 6237900 w 6858000"/>
              <a:gd name="connsiteY2" fmla="*/ 8942520 h 9906000"/>
              <a:gd name="connsiteX3" fmla="*/ 6237900 w 6858000"/>
              <a:gd name="connsiteY3" fmla="*/ 963480 h 9906000"/>
              <a:gd name="connsiteX4" fmla="*/ 620100 w 6858000"/>
              <a:gd name="connsiteY4" fmla="*/ 963480 h 9906000"/>
              <a:gd name="connsiteX5" fmla="*/ 620100 w 6858000"/>
              <a:gd name="connsiteY5" fmla="*/ 8942520 h 9906000"/>
              <a:gd name="connsiteX6" fmla="*/ 3348540 w 6858000"/>
              <a:gd name="connsiteY6" fmla="*/ 8942520 h 9906000"/>
              <a:gd name="connsiteX7" fmla="*/ 3348540 w 6858000"/>
              <a:gd name="connsiteY7" fmla="*/ 963480 h 9906000"/>
              <a:gd name="connsiteX8" fmla="*/ 0 w 6858000"/>
              <a:gd name="connsiteY8" fmla="*/ 0 h 9906000"/>
              <a:gd name="connsiteX9" fmla="*/ 6858000 w 6858000"/>
              <a:gd name="connsiteY9" fmla="*/ 0 h 9906000"/>
              <a:gd name="connsiteX10" fmla="*/ 6858000 w 6858000"/>
              <a:gd name="connsiteY10" fmla="*/ 9906000 h 9906000"/>
              <a:gd name="connsiteX11" fmla="*/ 0 w 6858000"/>
              <a:gd name="connsiteY11" fmla="*/ 9906000 h 990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9906000">
                <a:moveTo>
                  <a:pt x="3509460" y="963480"/>
                </a:moveTo>
                <a:lnTo>
                  <a:pt x="3509460" y="8942520"/>
                </a:lnTo>
                <a:lnTo>
                  <a:pt x="6237900" y="8942520"/>
                </a:lnTo>
                <a:lnTo>
                  <a:pt x="6237900" y="963480"/>
                </a:lnTo>
                <a:close/>
                <a:moveTo>
                  <a:pt x="620100" y="963480"/>
                </a:moveTo>
                <a:lnTo>
                  <a:pt x="620100" y="8942520"/>
                </a:lnTo>
                <a:lnTo>
                  <a:pt x="3348540" y="8942520"/>
                </a:lnTo>
                <a:lnTo>
                  <a:pt x="3348540" y="963480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906000"/>
                </a:lnTo>
                <a:lnTo>
                  <a:pt x="0" y="990600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02033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26B0E3A-8F90-0A97-8AEA-4239446A93BD}"/>
              </a:ext>
            </a:extLst>
          </p:cNvPr>
          <p:cNvSpPr/>
          <p:nvPr/>
        </p:nvSpPr>
        <p:spPr>
          <a:xfrm>
            <a:off x="620100" y="1005420"/>
            <a:ext cx="5617800" cy="789516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D29D039C-70FC-15AF-426F-62F74B1D7887}"/>
              </a:ext>
            </a:extLst>
          </p:cNvPr>
          <p:cNvCxnSpPr/>
          <p:nvPr/>
        </p:nvCxnSpPr>
        <p:spPr bwMode="auto">
          <a:xfrm flipH="1">
            <a:off x="620100" y="853440"/>
            <a:ext cx="561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triangle" w="med" len="lg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47E56E54-8982-07CE-3657-0AB8A6A2C6BD}"/>
              </a:ext>
            </a:extLst>
          </p:cNvPr>
          <p:cNvSpPr txBox="1"/>
          <p:nvPr/>
        </p:nvSpPr>
        <p:spPr>
          <a:xfrm>
            <a:off x="2943150" y="589958"/>
            <a:ext cx="9733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\</a:t>
            </a:r>
            <a:r>
              <a:rPr kumimoji="1" lang="en-US" altLang="ja-JP" sz="1050" dirty="0" err="1"/>
              <a:t>columnwidth</a:t>
            </a:r>
            <a:endParaRPr kumimoji="1" lang="ja-JP" altLang="en-US" sz="1050" dirty="0"/>
          </a:p>
        </p:txBody>
      </p: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C75190EE-CD0D-890A-C272-44022C100CE6}"/>
              </a:ext>
            </a:extLst>
          </p:cNvPr>
          <p:cNvCxnSpPr>
            <a:cxnSpLocks/>
          </p:cNvCxnSpPr>
          <p:nvPr/>
        </p:nvCxnSpPr>
        <p:spPr bwMode="auto">
          <a:xfrm>
            <a:off x="441960" y="1005420"/>
            <a:ext cx="0" cy="7895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triangle" w="med" len="lg"/>
            <a:tailEnd type="triangl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4985BAEE-5330-0087-4A23-535F16D107BB}"/>
              </a:ext>
            </a:extLst>
          </p:cNvPr>
          <p:cNvSpPr txBox="1"/>
          <p:nvPr/>
        </p:nvSpPr>
        <p:spPr>
          <a:xfrm rot="16200000">
            <a:off x="-118806" y="4731754"/>
            <a:ext cx="8162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\</a:t>
            </a:r>
            <a:r>
              <a:rPr kumimoji="1" lang="en-US" altLang="ja-JP" sz="1050" dirty="0" err="1"/>
              <a:t>textheight</a:t>
            </a:r>
            <a:endParaRPr kumimoji="1" lang="ja-JP" altLang="en-US" sz="1050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AE43483D-E2E0-BA6B-64F8-95D860B4582E}"/>
              </a:ext>
            </a:extLst>
          </p:cNvPr>
          <p:cNvSpPr txBox="1"/>
          <p:nvPr/>
        </p:nvSpPr>
        <p:spPr>
          <a:xfrm>
            <a:off x="5295999" y="21552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卒論修論用</a:t>
            </a:r>
          </a:p>
        </p:txBody>
      </p:sp>
    </p:spTree>
    <p:extLst>
      <p:ext uri="{BB962C8B-B14F-4D97-AF65-F5344CB8AC3E}">
        <p14:creationId xmlns:p14="http://schemas.microsoft.com/office/powerpoint/2010/main" val="359118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A0406E4-FF38-6CFB-2923-A84699F2983C}"/>
              </a:ext>
            </a:extLst>
          </p:cNvPr>
          <p:cNvSpPr/>
          <p:nvPr/>
        </p:nvSpPr>
        <p:spPr>
          <a:xfrm>
            <a:off x="620100" y="1005420"/>
            <a:ext cx="5617800" cy="789516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5819109"/>
      </p:ext>
    </p:extLst>
  </p:cSld>
  <p:clrMapOvr>
    <a:masterClrMapping/>
  </p:clrMapOvr>
</p:sld>
</file>

<file path=ppt/theme/theme1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B566A5E7-9EC3-4DE3-A06C-087835ACB496}" vid="{AAC780E3-613B-4E2A-A01B-B0F0FAA05162}"/>
    </a:ext>
  </a:extLst>
</a:theme>
</file>

<file path=ppt/theme/theme2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B566A5E7-9EC3-4DE3-A06C-087835ACB496}" vid="{BCFD68C0-900B-469B-A595-2C8249652FD1}"/>
    </a:ext>
  </a:extLst>
</a:theme>
</file>

<file path=ppt/theme/theme3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B566A5E7-9EC3-4DE3-A06C-087835ACB496}" vid="{CD7BC6ED-A48C-4829-9FB7-9F1EDE98440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CB2CE9A32C3C0468F8F44AFBC08EC1E" ma:contentTypeVersion="19" ma:contentTypeDescription="新しいドキュメントを作成します。" ma:contentTypeScope="" ma:versionID="4bd1f43e868d229b280a8b299ab776a7">
  <xsd:schema xmlns:xsd="http://www.w3.org/2001/XMLSchema" xmlns:xs="http://www.w3.org/2001/XMLSchema" xmlns:p="http://schemas.microsoft.com/office/2006/metadata/properties" xmlns:ns2="5522a529-2247-4872-b7b5-82bbe8b890e9" xmlns:ns3="ae222ecd-f348-4d17-aa5f-102d3113850e" targetNamespace="http://schemas.microsoft.com/office/2006/metadata/properties" ma:root="true" ma:fieldsID="f9e991c474de28d45dd5c9aa9423891d" ns2:_="" ns3:_="">
    <xsd:import namespace="5522a529-2247-4872-b7b5-82bbe8b890e9"/>
    <xsd:import namespace="ae222ecd-f348-4d17-aa5f-102d311385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2a529-2247-4872-b7b5-82bbe8b890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画像タグ" ma:readOnly="false" ma:fieldId="{5cf76f15-5ced-4ddc-b409-7134ff3c332f}" ma:taxonomyMulti="true" ma:sspId="c6420bf8-4c95-4e92-8313-b67cd5cbc3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22ecd-f348-4d17-aa5f-102d31138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404cd29-f333-48d9-9fcd-58a29d9afefa}" ma:internalName="TaxCatchAll" ma:showField="CatchAllData" ma:web="ae222ecd-f348-4d17-aa5f-102d311385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222ecd-f348-4d17-aa5f-102d3113850e" xsi:nil="true"/>
    <lcf76f155ced4ddcb4097134ff3c332f xmlns="5522a529-2247-4872-b7b5-82bbe8b890e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F5C6940-34FE-45F0-BDC1-93D0CF5E9AD5}"/>
</file>

<file path=customXml/itemProps2.xml><?xml version="1.0" encoding="utf-8"?>
<ds:datastoreItem xmlns:ds="http://schemas.openxmlformats.org/officeDocument/2006/customXml" ds:itemID="{05D66AE7-0B57-430C-B7F7-A773EE948880}"/>
</file>

<file path=customXml/itemProps3.xml><?xml version="1.0" encoding="utf-8"?>
<ds:datastoreItem xmlns:ds="http://schemas.openxmlformats.org/officeDocument/2006/customXml" ds:itemID="{86A57ADC-3846-4569-8898-82FF7FECC78A}"/>
</file>

<file path=docProps/app.xml><?xml version="1.0" encoding="utf-8"?>
<Properties xmlns="http://schemas.openxmlformats.org/officeDocument/2006/extended-properties" xmlns:vt="http://schemas.openxmlformats.org/officeDocument/2006/docPropsVTypes">
  <Template>thesis_figure</Template>
  <TotalTime>29</TotalTime>
  <Words>6</Words>
  <Application>Microsoft Office PowerPoint</Application>
  <PresentationFormat>A4 210 x 297 mm</PresentationFormat>
  <Paragraphs>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游ゴシック</vt:lpstr>
      <vt:lpstr>Arial</vt:lpstr>
      <vt:lpstr>Calibri</vt:lpstr>
      <vt:lpstr>1_デザインの設定</vt:lpstr>
      <vt:lpstr>Office テーマ</vt:lpstr>
      <vt:lpstr>デザインの設定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HARUKI TAYAMA</dc:creator>
  <cp:lastModifiedBy>HARUKI TAYAMA</cp:lastModifiedBy>
  <cp:revision>4</cp:revision>
  <dcterms:created xsi:type="dcterms:W3CDTF">2023-10-24T06:00:07Z</dcterms:created>
  <dcterms:modified xsi:type="dcterms:W3CDTF">2023-10-24T06:57:48Z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0x010100ACB2CE9A32C3C0468F8F44AFBC08EC1E</vt:lpwstr>
  </property>
  <property fmtid="{D5CDD505-2E9C-101B-9397-08002B2CF9AE}" pid="3" name="MediaServiceImageTags">
    <vt:lpwstr/>
  </property>
</Properties>
</file>