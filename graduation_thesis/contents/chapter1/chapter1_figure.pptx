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60" r:id="rId2"/>
    <p:sldMasterId id="2147483662" r:id="rId3"/>
  </p:sldMasterIdLst>
  <p:sldIdLst>
    <p:sldId id="256" r:id="rId4"/>
    <p:sldId id="257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82" autoAdjust="0"/>
    <p:restoredTop sz="94660"/>
  </p:normalViewPr>
  <p:slideViewPr>
    <p:cSldViewPr snapToGrid="0">
      <p:cViewPr>
        <p:scale>
          <a:sx n="125" d="100"/>
          <a:sy n="125" d="100"/>
        </p:scale>
        <p:origin x="3846" y="-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2.xml"/><Relationship Id="rId10" Type="http://schemas.openxmlformats.org/officeDocument/2006/relationships/customXml" Target="../customXml/item1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CFA4FF5-3FAA-9308-B292-7C962E4C269F}"/>
              </a:ext>
            </a:extLst>
          </p:cNvPr>
          <p:cNvSpPr/>
          <p:nvPr userDrawn="1"/>
        </p:nvSpPr>
        <p:spPr>
          <a:xfrm>
            <a:off x="620100" y="1005420"/>
            <a:ext cx="5617800" cy="789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468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8655628-202C-B867-1910-84A5F513CFE4}"/>
              </a:ext>
            </a:extLst>
          </p:cNvPr>
          <p:cNvSpPr/>
          <p:nvPr userDrawn="1"/>
        </p:nvSpPr>
        <p:spPr>
          <a:xfrm>
            <a:off x="620100" y="963480"/>
            <a:ext cx="2728440" cy="7979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2625E0D-0410-3AE3-F956-E5E18F7B95F0}"/>
              </a:ext>
            </a:extLst>
          </p:cNvPr>
          <p:cNvSpPr/>
          <p:nvPr userDrawn="1"/>
        </p:nvSpPr>
        <p:spPr>
          <a:xfrm>
            <a:off x="3509462" y="963480"/>
            <a:ext cx="2728440" cy="7979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3552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10471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949BAC08-15F4-FCAC-A410-9C4B630A5DC9}"/>
              </a:ext>
            </a:extLst>
          </p:cNvPr>
          <p:cNvSpPr/>
          <p:nvPr userDrawn="1"/>
        </p:nvSpPr>
        <p:spPr>
          <a:xfrm>
            <a:off x="1" y="0"/>
            <a:ext cx="6858000" cy="9906000"/>
          </a:xfrm>
          <a:custGeom>
            <a:avLst/>
            <a:gdLst>
              <a:gd name="connsiteX0" fmla="*/ 620099 w 6858000"/>
              <a:gd name="connsiteY0" fmla="*/ 1005420 h 9906000"/>
              <a:gd name="connsiteX1" fmla="*/ 620099 w 6858000"/>
              <a:gd name="connsiteY1" fmla="*/ 8900580 h 9906000"/>
              <a:gd name="connsiteX2" fmla="*/ 6237899 w 6858000"/>
              <a:gd name="connsiteY2" fmla="*/ 8900580 h 9906000"/>
              <a:gd name="connsiteX3" fmla="*/ 6237899 w 6858000"/>
              <a:gd name="connsiteY3" fmla="*/ 1005420 h 9906000"/>
              <a:gd name="connsiteX4" fmla="*/ 0 w 6858000"/>
              <a:gd name="connsiteY4" fmla="*/ 0 h 9906000"/>
              <a:gd name="connsiteX5" fmla="*/ 6858000 w 6858000"/>
              <a:gd name="connsiteY5" fmla="*/ 0 h 9906000"/>
              <a:gd name="connsiteX6" fmla="*/ 6858000 w 6858000"/>
              <a:gd name="connsiteY6" fmla="*/ 9906000 h 9906000"/>
              <a:gd name="connsiteX7" fmla="*/ 0 w 6858000"/>
              <a:gd name="connsiteY7" fmla="*/ 9906000 h 990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9906000">
                <a:moveTo>
                  <a:pt x="620099" y="1005420"/>
                </a:moveTo>
                <a:lnTo>
                  <a:pt x="620099" y="8900580"/>
                </a:lnTo>
                <a:lnTo>
                  <a:pt x="6237899" y="8900580"/>
                </a:lnTo>
                <a:lnTo>
                  <a:pt x="6237899" y="1005420"/>
                </a:lnTo>
                <a:close/>
                <a:moveTo>
                  <a:pt x="0" y="0"/>
                </a:moveTo>
                <a:lnTo>
                  <a:pt x="6858000" y="0"/>
                </a:lnTo>
                <a:lnTo>
                  <a:pt x="6858000" y="9906000"/>
                </a:lnTo>
                <a:lnTo>
                  <a:pt x="0" y="990600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4267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207396C1-9EC3-3170-5079-EEDFA6E9E0E8}"/>
              </a:ext>
            </a:extLst>
          </p:cNvPr>
          <p:cNvSpPr/>
          <p:nvPr userDrawn="1"/>
        </p:nvSpPr>
        <p:spPr>
          <a:xfrm>
            <a:off x="0" y="0"/>
            <a:ext cx="6858000" cy="9906000"/>
          </a:xfrm>
          <a:custGeom>
            <a:avLst/>
            <a:gdLst>
              <a:gd name="connsiteX0" fmla="*/ 3509460 w 6858000"/>
              <a:gd name="connsiteY0" fmla="*/ 963480 h 9906000"/>
              <a:gd name="connsiteX1" fmla="*/ 3509460 w 6858000"/>
              <a:gd name="connsiteY1" fmla="*/ 8942520 h 9906000"/>
              <a:gd name="connsiteX2" fmla="*/ 6237900 w 6858000"/>
              <a:gd name="connsiteY2" fmla="*/ 8942520 h 9906000"/>
              <a:gd name="connsiteX3" fmla="*/ 6237900 w 6858000"/>
              <a:gd name="connsiteY3" fmla="*/ 963480 h 9906000"/>
              <a:gd name="connsiteX4" fmla="*/ 620100 w 6858000"/>
              <a:gd name="connsiteY4" fmla="*/ 963480 h 9906000"/>
              <a:gd name="connsiteX5" fmla="*/ 620100 w 6858000"/>
              <a:gd name="connsiteY5" fmla="*/ 8942520 h 9906000"/>
              <a:gd name="connsiteX6" fmla="*/ 3348540 w 6858000"/>
              <a:gd name="connsiteY6" fmla="*/ 8942520 h 9906000"/>
              <a:gd name="connsiteX7" fmla="*/ 3348540 w 6858000"/>
              <a:gd name="connsiteY7" fmla="*/ 963480 h 9906000"/>
              <a:gd name="connsiteX8" fmla="*/ 0 w 6858000"/>
              <a:gd name="connsiteY8" fmla="*/ 0 h 9906000"/>
              <a:gd name="connsiteX9" fmla="*/ 6858000 w 6858000"/>
              <a:gd name="connsiteY9" fmla="*/ 0 h 9906000"/>
              <a:gd name="connsiteX10" fmla="*/ 6858000 w 6858000"/>
              <a:gd name="connsiteY10" fmla="*/ 9906000 h 9906000"/>
              <a:gd name="connsiteX11" fmla="*/ 0 w 6858000"/>
              <a:gd name="connsiteY11" fmla="*/ 9906000 h 990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9906000">
                <a:moveTo>
                  <a:pt x="3509460" y="963480"/>
                </a:moveTo>
                <a:lnTo>
                  <a:pt x="3509460" y="8942520"/>
                </a:lnTo>
                <a:lnTo>
                  <a:pt x="6237900" y="8942520"/>
                </a:lnTo>
                <a:lnTo>
                  <a:pt x="6237900" y="963480"/>
                </a:lnTo>
                <a:close/>
                <a:moveTo>
                  <a:pt x="620100" y="963480"/>
                </a:moveTo>
                <a:lnTo>
                  <a:pt x="620100" y="8942520"/>
                </a:lnTo>
                <a:lnTo>
                  <a:pt x="3348540" y="8942520"/>
                </a:lnTo>
                <a:lnTo>
                  <a:pt x="3348540" y="963480"/>
                </a:lnTo>
                <a:close/>
                <a:moveTo>
                  <a:pt x="0" y="0"/>
                </a:moveTo>
                <a:lnTo>
                  <a:pt x="6858000" y="0"/>
                </a:lnTo>
                <a:lnTo>
                  <a:pt x="6858000" y="9906000"/>
                </a:lnTo>
                <a:lnTo>
                  <a:pt x="0" y="990600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02033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26B0E3A-8F90-0A97-8AEA-4239446A93BD}"/>
              </a:ext>
            </a:extLst>
          </p:cNvPr>
          <p:cNvSpPr/>
          <p:nvPr/>
        </p:nvSpPr>
        <p:spPr>
          <a:xfrm>
            <a:off x="620100" y="1005420"/>
            <a:ext cx="5617800" cy="789516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29541C43-8AA9-F3FB-AA0A-847BB16E4DEC}"/>
              </a:ext>
            </a:extLst>
          </p:cNvPr>
          <p:cNvGrpSpPr/>
          <p:nvPr/>
        </p:nvGrpSpPr>
        <p:grpSpPr>
          <a:xfrm>
            <a:off x="620099" y="1005420"/>
            <a:ext cx="5617799" cy="2328856"/>
            <a:chOff x="620099" y="1005420"/>
            <a:chExt cx="5617799" cy="2328856"/>
          </a:xfrm>
        </p:grpSpPr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70CAB69E-D9D6-F25E-BDF8-C496307AE410}"/>
                </a:ext>
              </a:extLst>
            </p:cNvPr>
            <p:cNvSpPr txBox="1"/>
            <p:nvPr/>
          </p:nvSpPr>
          <p:spPr>
            <a:xfrm>
              <a:off x="4107565" y="3057277"/>
              <a:ext cx="7972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dirty="0">
                  <a:latin typeface="ＭＳ Ｐ明朝" panose="02020600040205080304" pitchFamily="18" charset="-128"/>
                  <a:ea typeface="ＭＳ Ｐ明朝" panose="02020600040205080304" pitchFamily="18" charset="-128"/>
                </a:rPr>
                <a:t>初期条件</a:t>
              </a:r>
            </a:p>
          </p:txBody>
        </p:sp>
        <p:sp>
          <p:nvSpPr>
            <p:cNvPr id="34" name="平行四辺形 33">
              <a:extLst>
                <a:ext uri="{FF2B5EF4-FFF2-40B4-BE49-F238E27FC236}">
                  <a16:creationId xmlns:a16="http://schemas.microsoft.com/office/drawing/2014/main" id="{42FAFACE-D4D0-9892-BEDC-C84E7A950DDD}"/>
                </a:ext>
              </a:extLst>
            </p:cNvPr>
            <p:cNvSpPr/>
            <p:nvPr/>
          </p:nvSpPr>
          <p:spPr>
            <a:xfrm rot="21079511" flipH="1">
              <a:off x="635688" y="2252486"/>
              <a:ext cx="5579097" cy="589465"/>
            </a:xfrm>
            <a:prstGeom prst="parallelogram">
              <a:avLst>
                <a:gd name="adj" fmla="val 15624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endParaRPr>
            </a:p>
          </p:txBody>
        </p:sp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39EA9A47-D499-466D-6A4F-BCD9DD516B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099" y="1970663"/>
              <a:ext cx="4604782" cy="70256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BC6CD737-005E-3627-F49C-B0A7748200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3116" y="2427161"/>
              <a:ext cx="4604782" cy="70256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18CB3C1C-56B5-4333-33DD-1F7FD1B207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2847" y="2195939"/>
              <a:ext cx="4604782" cy="702560"/>
            </a:xfrm>
            <a:prstGeom prst="line">
              <a:avLst/>
            </a:prstGeom>
            <a:ln w="3175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70B9D32F-D122-1344-717B-AD0C58ECD219}"/>
                </a:ext>
              </a:extLst>
            </p:cNvPr>
            <p:cNvCxnSpPr/>
            <p:nvPr/>
          </p:nvCxnSpPr>
          <p:spPr bwMode="auto">
            <a:xfrm flipH="1">
              <a:off x="2774635" y="2654379"/>
              <a:ext cx="2903395" cy="44522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triangle" w="med" len="lg"/>
              <a:tailEnd type="triangl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FBF54105-A7A5-E6A2-3547-524F23F823D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998123" y="2776661"/>
              <a:ext cx="572351" cy="258362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D9187D08-BE89-53FB-F01A-215F9ABC5C9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70474" y="3035023"/>
              <a:ext cx="278955" cy="12592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68FF2686-0EB6-B2D7-BC62-CB5887A7C7BF}"/>
                </a:ext>
              </a:extLst>
            </p:cNvPr>
            <p:cNvCxnSpPr>
              <a:cxnSpLocks noChangeAspect="1"/>
            </p:cNvCxnSpPr>
            <p:nvPr/>
          </p:nvCxnSpPr>
          <p:spPr bwMode="auto">
            <a:xfrm>
              <a:off x="4989149" y="2311297"/>
              <a:ext cx="613701" cy="277027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6AEBAA84-4AA1-8C80-866B-0D97B009C07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02848" y="2595003"/>
              <a:ext cx="278955" cy="12592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15576F8A-FC1F-D3E8-BFB1-BEF7E68A1CC0}"/>
                </a:ext>
              </a:extLst>
            </p:cNvPr>
            <p:cNvSpPr txBox="1"/>
            <p:nvPr/>
          </p:nvSpPr>
          <p:spPr>
            <a:xfrm>
              <a:off x="4042916" y="1005420"/>
              <a:ext cx="705699" cy="3031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200" dirty="0">
                  <a:latin typeface="MS PMincho" panose="02020600040205080304" pitchFamily="18" charset="-128"/>
                  <a:ea typeface="MS PMincho" panose="02020600040205080304" pitchFamily="18" charset="-128"/>
                </a:rPr>
                <a:t>対向者</a:t>
              </a:r>
              <a:endParaRPr lang="en-US" altLang="ja-JP" sz="1200" dirty="0">
                <a:latin typeface="MS PMincho" panose="02020600040205080304" pitchFamily="18" charset="-128"/>
                <a:ea typeface="MS PMincho" panose="02020600040205080304" pitchFamily="18" charset="-128"/>
              </a:endParaRPr>
            </a:p>
          </p:txBody>
        </p:sp>
        <p:sp>
          <p:nvSpPr>
            <p:cNvPr id="26" name="フリーフォーム 19">
              <a:extLst>
                <a:ext uri="{FF2B5EF4-FFF2-40B4-BE49-F238E27FC236}">
                  <a16:creationId xmlns:a16="http://schemas.microsoft.com/office/drawing/2014/main" id="{7B4C9087-A633-7B43-4E83-A9955F4ADDE5}"/>
                </a:ext>
              </a:extLst>
            </p:cNvPr>
            <p:cNvSpPr/>
            <p:nvPr/>
          </p:nvSpPr>
          <p:spPr>
            <a:xfrm flipH="1">
              <a:off x="4646458" y="1008506"/>
              <a:ext cx="705699" cy="1348200"/>
            </a:xfrm>
            <a:custGeom>
              <a:avLst/>
              <a:gdLst>
                <a:gd name="connsiteX0" fmla="*/ 311944 w 638175"/>
                <a:gd name="connsiteY0" fmla="*/ 159544 h 1219200"/>
                <a:gd name="connsiteX1" fmla="*/ 276225 w 638175"/>
                <a:gd name="connsiteY1" fmla="*/ 78581 h 1219200"/>
                <a:gd name="connsiteX2" fmla="*/ 288131 w 638175"/>
                <a:gd name="connsiteY2" fmla="*/ 30956 h 1219200"/>
                <a:gd name="connsiteX3" fmla="*/ 311944 w 638175"/>
                <a:gd name="connsiteY3" fmla="*/ 0 h 1219200"/>
                <a:gd name="connsiteX4" fmla="*/ 347663 w 638175"/>
                <a:gd name="connsiteY4" fmla="*/ 0 h 1219200"/>
                <a:gd name="connsiteX5" fmla="*/ 395288 w 638175"/>
                <a:gd name="connsiteY5" fmla="*/ 0 h 1219200"/>
                <a:gd name="connsiteX6" fmla="*/ 428625 w 638175"/>
                <a:gd name="connsiteY6" fmla="*/ 23813 h 1219200"/>
                <a:gd name="connsiteX7" fmla="*/ 419100 w 638175"/>
                <a:gd name="connsiteY7" fmla="*/ 42863 h 1219200"/>
                <a:gd name="connsiteX8" fmla="*/ 447675 w 638175"/>
                <a:gd name="connsiteY8" fmla="*/ 102394 h 1219200"/>
                <a:gd name="connsiteX9" fmla="*/ 428625 w 638175"/>
                <a:gd name="connsiteY9" fmla="*/ 116681 h 1219200"/>
                <a:gd name="connsiteX10" fmla="*/ 438150 w 638175"/>
                <a:gd name="connsiteY10" fmla="*/ 140494 h 1219200"/>
                <a:gd name="connsiteX11" fmla="*/ 435769 w 638175"/>
                <a:gd name="connsiteY11" fmla="*/ 166688 h 1219200"/>
                <a:gd name="connsiteX12" fmla="*/ 407194 w 638175"/>
                <a:gd name="connsiteY12" fmla="*/ 161925 h 1219200"/>
                <a:gd name="connsiteX13" fmla="*/ 385763 w 638175"/>
                <a:gd name="connsiteY13" fmla="*/ 180975 h 1219200"/>
                <a:gd name="connsiteX14" fmla="*/ 416719 w 638175"/>
                <a:gd name="connsiteY14" fmla="*/ 202406 h 1219200"/>
                <a:gd name="connsiteX15" fmla="*/ 402431 w 638175"/>
                <a:gd name="connsiteY15" fmla="*/ 238125 h 1219200"/>
                <a:gd name="connsiteX16" fmla="*/ 421481 w 638175"/>
                <a:gd name="connsiteY16" fmla="*/ 276225 h 1219200"/>
                <a:gd name="connsiteX17" fmla="*/ 428625 w 638175"/>
                <a:gd name="connsiteY17" fmla="*/ 316706 h 1219200"/>
                <a:gd name="connsiteX18" fmla="*/ 445294 w 638175"/>
                <a:gd name="connsiteY18" fmla="*/ 488156 h 1219200"/>
                <a:gd name="connsiteX19" fmla="*/ 469106 w 638175"/>
                <a:gd name="connsiteY19" fmla="*/ 521494 h 1219200"/>
                <a:gd name="connsiteX20" fmla="*/ 509588 w 638175"/>
                <a:gd name="connsiteY20" fmla="*/ 569119 h 1219200"/>
                <a:gd name="connsiteX21" fmla="*/ 533400 w 638175"/>
                <a:gd name="connsiteY21" fmla="*/ 590550 h 1219200"/>
                <a:gd name="connsiteX22" fmla="*/ 571500 w 638175"/>
                <a:gd name="connsiteY22" fmla="*/ 611981 h 1219200"/>
                <a:gd name="connsiteX23" fmla="*/ 573881 w 638175"/>
                <a:gd name="connsiteY23" fmla="*/ 628650 h 1219200"/>
                <a:gd name="connsiteX24" fmla="*/ 564356 w 638175"/>
                <a:gd name="connsiteY24" fmla="*/ 666750 h 1219200"/>
                <a:gd name="connsiteX25" fmla="*/ 511969 w 638175"/>
                <a:gd name="connsiteY25" fmla="*/ 676275 h 1219200"/>
                <a:gd name="connsiteX26" fmla="*/ 481013 w 638175"/>
                <a:gd name="connsiteY26" fmla="*/ 647700 h 1219200"/>
                <a:gd name="connsiteX27" fmla="*/ 438150 w 638175"/>
                <a:gd name="connsiteY27" fmla="*/ 673894 h 1219200"/>
                <a:gd name="connsiteX28" fmla="*/ 485775 w 638175"/>
                <a:gd name="connsiteY28" fmla="*/ 883444 h 1219200"/>
                <a:gd name="connsiteX29" fmla="*/ 514350 w 638175"/>
                <a:gd name="connsiteY29" fmla="*/ 990600 h 1219200"/>
                <a:gd name="connsiteX30" fmla="*/ 523875 w 638175"/>
                <a:gd name="connsiteY30" fmla="*/ 1059656 h 1219200"/>
                <a:gd name="connsiteX31" fmla="*/ 581025 w 638175"/>
                <a:gd name="connsiteY31" fmla="*/ 1128713 h 1219200"/>
                <a:gd name="connsiteX32" fmla="*/ 569119 w 638175"/>
                <a:gd name="connsiteY32" fmla="*/ 1150144 h 1219200"/>
                <a:gd name="connsiteX33" fmla="*/ 633413 w 638175"/>
                <a:gd name="connsiteY33" fmla="*/ 1171575 h 1219200"/>
                <a:gd name="connsiteX34" fmla="*/ 638175 w 638175"/>
                <a:gd name="connsiteY34" fmla="*/ 1200150 h 1219200"/>
                <a:gd name="connsiteX35" fmla="*/ 523875 w 638175"/>
                <a:gd name="connsiteY35" fmla="*/ 1219200 h 1219200"/>
                <a:gd name="connsiteX36" fmla="*/ 495300 w 638175"/>
                <a:gd name="connsiteY36" fmla="*/ 1209675 h 1219200"/>
                <a:gd name="connsiteX37" fmla="*/ 450056 w 638175"/>
                <a:gd name="connsiteY37" fmla="*/ 1197769 h 1219200"/>
                <a:gd name="connsiteX38" fmla="*/ 447675 w 638175"/>
                <a:gd name="connsiteY38" fmla="*/ 1169194 h 1219200"/>
                <a:gd name="connsiteX39" fmla="*/ 414338 w 638175"/>
                <a:gd name="connsiteY39" fmla="*/ 1078706 h 1219200"/>
                <a:gd name="connsiteX40" fmla="*/ 416719 w 638175"/>
                <a:gd name="connsiteY40" fmla="*/ 1002506 h 1219200"/>
                <a:gd name="connsiteX41" fmla="*/ 335756 w 638175"/>
                <a:gd name="connsiteY41" fmla="*/ 792956 h 1219200"/>
                <a:gd name="connsiteX42" fmla="*/ 264319 w 638175"/>
                <a:gd name="connsiteY42" fmla="*/ 928688 h 1219200"/>
                <a:gd name="connsiteX43" fmla="*/ 119063 w 638175"/>
                <a:gd name="connsiteY43" fmla="*/ 1159669 h 1219200"/>
                <a:gd name="connsiteX44" fmla="*/ 152400 w 638175"/>
                <a:gd name="connsiteY44" fmla="*/ 1183481 h 1219200"/>
                <a:gd name="connsiteX45" fmla="*/ 166688 w 638175"/>
                <a:gd name="connsiteY45" fmla="*/ 1188244 h 1219200"/>
                <a:gd name="connsiteX46" fmla="*/ 152400 w 638175"/>
                <a:gd name="connsiteY46" fmla="*/ 1202531 h 1219200"/>
                <a:gd name="connsiteX47" fmla="*/ 78581 w 638175"/>
                <a:gd name="connsiteY47" fmla="*/ 1200150 h 1219200"/>
                <a:gd name="connsiteX48" fmla="*/ 54769 w 638175"/>
                <a:gd name="connsiteY48" fmla="*/ 1193006 h 1219200"/>
                <a:gd name="connsiteX49" fmla="*/ 52388 w 638175"/>
                <a:gd name="connsiteY49" fmla="*/ 1183481 h 1219200"/>
                <a:gd name="connsiteX50" fmla="*/ 28575 w 638175"/>
                <a:gd name="connsiteY50" fmla="*/ 1178719 h 1219200"/>
                <a:gd name="connsiteX51" fmla="*/ 0 w 638175"/>
                <a:gd name="connsiteY51" fmla="*/ 1147763 h 1219200"/>
                <a:gd name="connsiteX52" fmla="*/ 28575 w 638175"/>
                <a:gd name="connsiteY52" fmla="*/ 1112044 h 1219200"/>
                <a:gd name="connsiteX53" fmla="*/ 30956 w 638175"/>
                <a:gd name="connsiteY53" fmla="*/ 1076325 h 1219200"/>
                <a:gd name="connsiteX54" fmla="*/ 207169 w 638175"/>
                <a:gd name="connsiteY54" fmla="*/ 823913 h 1219200"/>
                <a:gd name="connsiteX55" fmla="*/ 223838 w 638175"/>
                <a:gd name="connsiteY55" fmla="*/ 666750 h 1219200"/>
                <a:gd name="connsiteX56" fmla="*/ 192881 w 638175"/>
                <a:gd name="connsiteY56" fmla="*/ 676275 h 1219200"/>
                <a:gd name="connsiteX57" fmla="*/ 166688 w 638175"/>
                <a:gd name="connsiteY57" fmla="*/ 633413 h 1219200"/>
                <a:gd name="connsiteX58" fmla="*/ 214313 w 638175"/>
                <a:gd name="connsiteY58" fmla="*/ 504825 h 1219200"/>
                <a:gd name="connsiteX59" fmla="*/ 219075 w 638175"/>
                <a:gd name="connsiteY59" fmla="*/ 292894 h 1219200"/>
                <a:gd name="connsiteX60" fmla="*/ 257175 w 638175"/>
                <a:gd name="connsiteY60" fmla="*/ 238125 h 1219200"/>
                <a:gd name="connsiteX61" fmla="*/ 295275 w 638175"/>
                <a:gd name="connsiteY61" fmla="*/ 209550 h 1219200"/>
                <a:gd name="connsiteX62" fmla="*/ 311944 w 638175"/>
                <a:gd name="connsiteY62" fmla="*/ 159544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38175" h="1219200">
                  <a:moveTo>
                    <a:pt x="311944" y="159544"/>
                  </a:moveTo>
                  <a:lnTo>
                    <a:pt x="276225" y="78581"/>
                  </a:lnTo>
                  <a:lnTo>
                    <a:pt x="288131" y="30956"/>
                  </a:lnTo>
                  <a:lnTo>
                    <a:pt x="311944" y="0"/>
                  </a:lnTo>
                  <a:lnTo>
                    <a:pt x="347663" y="0"/>
                  </a:lnTo>
                  <a:lnTo>
                    <a:pt x="395288" y="0"/>
                  </a:lnTo>
                  <a:lnTo>
                    <a:pt x="428625" y="23813"/>
                  </a:lnTo>
                  <a:lnTo>
                    <a:pt x="419100" y="42863"/>
                  </a:lnTo>
                  <a:lnTo>
                    <a:pt x="447675" y="102394"/>
                  </a:lnTo>
                  <a:lnTo>
                    <a:pt x="428625" y="116681"/>
                  </a:lnTo>
                  <a:lnTo>
                    <a:pt x="438150" y="140494"/>
                  </a:lnTo>
                  <a:lnTo>
                    <a:pt x="435769" y="166688"/>
                  </a:lnTo>
                  <a:lnTo>
                    <a:pt x="407194" y="161925"/>
                  </a:lnTo>
                  <a:lnTo>
                    <a:pt x="385763" y="180975"/>
                  </a:lnTo>
                  <a:lnTo>
                    <a:pt x="416719" y="202406"/>
                  </a:lnTo>
                  <a:lnTo>
                    <a:pt x="402431" y="238125"/>
                  </a:lnTo>
                  <a:lnTo>
                    <a:pt x="421481" y="276225"/>
                  </a:lnTo>
                  <a:lnTo>
                    <a:pt x="428625" y="316706"/>
                  </a:lnTo>
                  <a:lnTo>
                    <a:pt x="445294" y="488156"/>
                  </a:lnTo>
                  <a:lnTo>
                    <a:pt x="469106" y="521494"/>
                  </a:lnTo>
                  <a:lnTo>
                    <a:pt x="509588" y="569119"/>
                  </a:lnTo>
                  <a:lnTo>
                    <a:pt x="533400" y="590550"/>
                  </a:lnTo>
                  <a:lnTo>
                    <a:pt x="571500" y="611981"/>
                  </a:lnTo>
                  <a:lnTo>
                    <a:pt x="573881" y="628650"/>
                  </a:lnTo>
                  <a:lnTo>
                    <a:pt x="564356" y="666750"/>
                  </a:lnTo>
                  <a:lnTo>
                    <a:pt x="511969" y="676275"/>
                  </a:lnTo>
                  <a:lnTo>
                    <a:pt x="481013" y="647700"/>
                  </a:lnTo>
                  <a:lnTo>
                    <a:pt x="438150" y="673894"/>
                  </a:lnTo>
                  <a:lnTo>
                    <a:pt x="485775" y="883444"/>
                  </a:lnTo>
                  <a:lnTo>
                    <a:pt x="514350" y="990600"/>
                  </a:lnTo>
                  <a:lnTo>
                    <a:pt x="523875" y="1059656"/>
                  </a:lnTo>
                  <a:lnTo>
                    <a:pt x="581025" y="1128713"/>
                  </a:lnTo>
                  <a:lnTo>
                    <a:pt x="569119" y="1150144"/>
                  </a:lnTo>
                  <a:lnTo>
                    <a:pt x="633413" y="1171575"/>
                  </a:lnTo>
                  <a:lnTo>
                    <a:pt x="638175" y="1200150"/>
                  </a:lnTo>
                  <a:lnTo>
                    <a:pt x="523875" y="1219200"/>
                  </a:lnTo>
                  <a:lnTo>
                    <a:pt x="495300" y="1209675"/>
                  </a:lnTo>
                  <a:lnTo>
                    <a:pt x="450056" y="1197769"/>
                  </a:lnTo>
                  <a:lnTo>
                    <a:pt x="447675" y="1169194"/>
                  </a:lnTo>
                  <a:lnTo>
                    <a:pt x="414338" y="1078706"/>
                  </a:lnTo>
                  <a:cubicBezTo>
                    <a:pt x="415132" y="1053306"/>
                    <a:pt x="415925" y="1027906"/>
                    <a:pt x="416719" y="1002506"/>
                  </a:cubicBezTo>
                  <a:lnTo>
                    <a:pt x="335756" y="792956"/>
                  </a:lnTo>
                  <a:lnTo>
                    <a:pt x="264319" y="928688"/>
                  </a:lnTo>
                  <a:lnTo>
                    <a:pt x="119063" y="1159669"/>
                  </a:lnTo>
                  <a:lnTo>
                    <a:pt x="152400" y="1183481"/>
                  </a:lnTo>
                  <a:lnTo>
                    <a:pt x="166688" y="1188244"/>
                  </a:lnTo>
                  <a:lnTo>
                    <a:pt x="152400" y="1202531"/>
                  </a:lnTo>
                  <a:lnTo>
                    <a:pt x="78581" y="1200150"/>
                  </a:lnTo>
                  <a:lnTo>
                    <a:pt x="54769" y="1193006"/>
                  </a:lnTo>
                  <a:lnTo>
                    <a:pt x="52388" y="1183481"/>
                  </a:lnTo>
                  <a:lnTo>
                    <a:pt x="28575" y="1178719"/>
                  </a:lnTo>
                  <a:lnTo>
                    <a:pt x="0" y="1147763"/>
                  </a:lnTo>
                  <a:lnTo>
                    <a:pt x="28575" y="1112044"/>
                  </a:lnTo>
                  <a:lnTo>
                    <a:pt x="30956" y="1076325"/>
                  </a:lnTo>
                  <a:lnTo>
                    <a:pt x="207169" y="823913"/>
                  </a:lnTo>
                  <a:lnTo>
                    <a:pt x="223838" y="666750"/>
                  </a:lnTo>
                  <a:lnTo>
                    <a:pt x="192881" y="676275"/>
                  </a:lnTo>
                  <a:lnTo>
                    <a:pt x="166688" y="633413"/>
                  </a:lnTo>
                  <a:lnTo>
                    <a:pt x="214313" y="504825"/>
                  </a:lnTo>
                  <a:lnTo>
                    <a:pt x="219075" y="292894"/>
                  </a:lnTo>
                  <a:lnTo>
                    <a:pt x="257175" y="238125"/>
                  </a:lnTo>
                  <a:lnTo>
                    <a:pt x="295275" y="209550"/>
                  </a:lnTo>
                  <a:lnTo>
                    <a:pt x="311944" y="159544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endParaRPr lang="ja-JP" altLang="en-US" sz="1200"/>
            </a:p>
          </p:txBody>
        </p: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0F1E7146-8B95-AF6E-FD9A-81E80BC21E7E}"/>
                </a:ext>
              </a:extLst>
            </p:cNvPr>
            <p:cNvCxnSpPr/>
            <p:nvPr/>
          </p:nvCxnSpPr>
          <p:spPr bwMode="auto">
            <a:xfrm flipV="1">
              <a:off x="4218484" y="1621650"/>
              <a:ext cx="452314" cy="7694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9D672588-600E-64C0-F35D-B7D11E9D84C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850648" y="2654022"/>
              <a:ext cx="954599" cy="42514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triangle" w="med" len="lg"/>
              <a:tailEnd type="triangl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" name="フリーフォーム 32">
              <a:extLst>
                <a:ext uri="{FF2B5EF4-FFF2-40B4-BE49-F238E27FC236}">
                  <a16:creationId xmlns:a16="http://schemas.microsoft.com/office/drawing/2014/main" id="{A668ED43-F9EA-218E-2A61-416519E607BA}"/>
                </a:ext>
              </a:extLst>
            </p:cNvPr>
            <p:cNvSpPr/>
            <p:nvPr/>
          </p:nvSpPr>
          <p:spPr>
            <a:xfrm>
              <a:off x="1685970" y="1444121"/>
              <a:ext cx="705699" cy="1348200"/>
            </a:xfrm>
            <a:custGeom>
              <a:avLst/>
              <a:gdLst>
                <a:gd name="connsiteX0" fmla="*/ 311944 w 638175"/>
                <a:gd name="connsiteY0" fmla="*/ 159544 h 1219200"/>
                <a:gd name="connsiteX1" fmla="*/ 276225 w 638175"/>
                <a:gd name="connsiteY1" fmla="*/ 78581 h 1219200"/>
                <a:gd name="connsiteX2" fmla="*/ 288131 w 638175"/>
                <a:gd name="connsiteY2" fmla="*/ 30956 h 1219200"/>
                <a:gd name="connsiteX3" fmla="*/ 311944 w 638175"/>
                <a:gd name="connsiteY3" fmla="*/ 0 h 1219200"/>
                <a:gd name="connsiteX4" fmla="*/ 347663 w 638175"/>
                <a:gd name="connsiteY4" fmla="*/ 0 h 1219200"/>
                <a:gd name="connsiteX5" fmla="*/ 395288 w 638175"/>
                <a:gd name="connsiteY5" fmla="*/ 0 h 1219200"/>
                <a:gd name="connsiteX6" fmla="*/ 428625 w 638175"/>
                <a:gd name="connsiteY6" fmla="*/ 23813 h 1219200"/>
                <a:gd name="connsiteX7" fmla="*/ 419100 w 638175"/>
                <a:gd name="connsiteY7" fmla="*/ 42863 h 1219200"/>
                <a:gd name="connsiteX8" fmla="*/ 447675 w 638175"/>
                <a:gd name="connsiteY8" fmla="*/ 102394 h 1219200"/>
                <a:gd name="connsiteX9" fmla="*/ 428625 w 638175"/>
                <a:gd name="connsiteY9" fmla="*/ 116681 h 1219200"/>
                <a:gd name="connsiteX10" fmla="*/ 438150 w 638175"/>
                <a:gd name="connsiteY10" fmla="*/ 140494 h 1219200"/>
                <a:gd name="connsiteX11" fmla="*/ 435769 w 638175"/>
                <a:gd name="connsiteY11" fmla="*/ 166688 h 1219200"/>
                <a:gd name="connsiteX12" fmla="*/ 407194 w 638175"/>
                <a:gd name="connsiteY12" fmla="*/ 161925 h 1219200"/>
                <a:gd name="connsiteX13" fmla="*/ 385763 w 638175"/>
                <a:gd name="connsiteY13" fmla="*/ 180975 h 1219200"/>
                <a:gd name="connsiteX14" fmla="*/ 416719 w 638175"/>
                <a:gd name="connsiteY14" fmla="*/ 202406 h 1219200"/>
                <a:gd name="connsiteX15" fmla="*/ 402431 w 638175"/>
                <a:gd name="connsiteY15" fmla="*/ 238125 h 1219200"/>
                <a:gd name="connsiteX16" fmla="*/ 421481 w 638175"/>
                <a:gd name="connsiteY16" fmla="*/ 276225 h 1219200"/>
                <a:gd name="connsiteX17" fmla="*/ 428625 w 638175"/>
                <a:gd name="connsiteY17" fmla="*/ 316706 h 1219200"/>
                <a:gd name="connsiteX18" fmla="*/ 445294 w 638175"/>
                <a:gd name="connsiteY18" fmla="*/ 488156 h 1219200"/>
                <a:gd name="connsiteX19" fmla="*/ 469106 w 638175"/>
                <a:gd name="connsiteY19" fmla="*/ 521494 h 1219200"/>
                <a:gd name="connsiteX20" fmla="*/ 509588 w 638175"/>
                <a:gd name="connsiteY20" fmla="*/ 569119 h 1219200"/>
                <a:gd name="connsiteX21" fmla="*/ 533400 w 638175"/>
                <a:gd name="connsiteY21" fmla="*/ 590550 h 1219200"/>
                <a:gd name="connsiteX22" fmla="*/ 571500 w 638175"/>
                <a:gd name="connsiteY22" fmla="*/ 611981 h 1219200"/>
                <a:gd name="connsiteX23" fmla="*/ 573881 w 638175"/>
                <a:gd name="connsiteY23" fmla="*/ 628650 h 1219200"/>
                <a:gd name="connsiteX24" fmla="*/ 564356 w 638175"/>
                <a:gd name="connsiteY24" fmla="*/ 666750 h 1219200"/>
                <a:gd name="connsiteX25" fmla="*/ 511969 w 638175"/>
                <a:gd name="connsiteY25" fmla="*/ 676275 h 1219200"/>
                <a:gd name="connsiteX26" fmla="*/ 481013 w 638175"/>
                <a:gd name="connsiteY26" fmla="*/ 647700 h 1219200"/>
                <a:gd name="connsiteX27" fmla="*/ 438150 w 638175"/>
                <a:gd name="connsiteY27" fmla="*/ 673894 h 1219200"/>
                <a:gd name="connsiteX28" fmla="*/ 485775 w 638175"/>
                <a:gd name="connsiteY28" fmla="*/ 883444 h 1219200"/>
                <a:gd name="connsiteX29" fmla="*/ 514350 w 638175"/>
                <a:gd name="connsiteY29" fmla="*/ 990600 h 1219200"/>
                <a:gd name="connsiteX30" fmla="*/ 523875 w 638175"/>
                <a:gd name="connsiteY30" fmla="*/ 1059656 h 1219200"/>
                <a:gd name="connsiteX31" fmla="*/ 581025 w 638175"/>
                <a:gd name="connsiteY31" fmla="*/ 1128713 h 1219200"/>
                <a:gd name="connsiteX32" fmla="*/ 569119 w 638175"/>
                <a:gd name="connsiteY32" fmla="*/ 1150144 h 1219200"/>
                <a:gd name="connsiteX33" fmla="*/ 633413 w 638175"/>
                <a:gd name="connsiteY33" fmla="*/ 1171575 h 1219200"/>
                <a:gd name="connsiteX34" fmla="*/ 638175 w 638175"/>
                <a:gd name="connsiteY34" fmla="*/ 1200150 h 1219200"/>
                <a:gd name="connsiteX35" fmla="*/ 523875 w 638175"/>
                <a:gd name="connsiteY35" fmla="*/ 1219200 h 1219200"/>
                <a:gd name="connsiteX36" fmla="*/ 495300 w 638175"/>
                <a:gd name="connsiteY36" fmla="*/ 1209675 h 1219200"/>
                <a:gd name="connsiteX37" fmla="*/ 450056 w 638175"/>
                <a:gd name="connsiteY37" fmla="*/ 1197769 h 1219200"/>
                <a:gd name="connsiteX38" fmla="*/ 447675 w 638175"/>
                <a:gd name="connsiteY38" fmla="*/ 1169194 h 1219200"/>
                <a:gd name="connsiteX39" fmla="*/ 414338 w 638175"/>
                <a:gd name="connsiteY39" fmla="*/ 1078706 h 1219200"/>
                <a:gd name="connsiteX40" fmla="*/ 416719 w 638175"/>
                <a:gd name="connsiteY40" fmla="*/ 1002506 h 1219200"/>
                <a:gd name="connsiteX41" fmla="*/ 335756 w 638175"/>
                <a:gd name="connsiteY41" fmla="*/ 792956 h 1219200"/>
                <a:gd name="connsiteX42" fmla="*/ 264319 w 638175"/>
                <a:gd name="connsiteY42" fmla="*/ 928688 h 1219200"/>
                <a:gd name="connsiteX43" fmla="*/ 119063 w 638175"/>
                <a:gd name="connsiteY43" fmla="*/ 1159669 h 1219200"/>
                <a:gd name="connsiteX44" fmla="*/ 152400 w 638175"/>
                <a:gd name="connsiteY44" fmla="*/ 1183481 h 1219200"/>
                <a:gd name="connsiteX45" fmla="*/ 166688 w 638175"/>
                <a:gd name="connsiteY45" fmla="*/ 1188244 h 1219200"/>
                <a:gd name="connsiteX46" fmla="*/ 152400 w 638175"/>
                <a:gd name="connsiteY46" fmla="*/ 1202531 h 1219200"/>
                <a:gd name="connsiteX47" fmla="*/ 78581 w 638175"/>
                <a:gd name="connsiteY47" fmla="*/ 1200150 h 1219200"/>
                <a:gd name="connsiteX48" fmla="*/ 54769 w 638175"/>
                <a:gd name="connsiteY48" fmla="*/ 1193006 h 1219200"/>
                <a:gd name="connsiteX49" fmla="*/ 52388 w 638175"/>
                <a:gd name="connsiteY49" fmla="*/ 1183481 h 1219200"/>
                <a:gd name="connsiteX50" fmla="*/ 28575 w 638175"/>
                <a:gd name="connsiteY50" fmla="*/ 1178719 h 1219200"/>
                <a:gd name="connsiteX51" fmla="*/ 0 w 638175"/>
                <a:gd name="connsiteY51" fmla="*/ 1147763 h 1219200"/>
                <a:gd name="connsiteX52" fmla="*/ 28575 w 638175"/>
                <a:gd name="connsiteY52" fmla="*/ 1112044 h 1219200"/>
                <a:gd name="connsiteX53" fmla="*/ 30956 w 638175"/>
                <a:gd name="connsiteY53" fmla="*/ 1076325 h 1219200"/>
                <a:gd name="connsiteX54" fmla="*/ 207169 w 638175"/>
                <a:gd name="connsiteY54" fmla="*/ 823913 h 1219200"/>
                <a:gd name="connsiteX55" fmla="*/ 223838 w 638175"/>
                <a:gd name="connsiteY55" fmla="*/ 666750 h 1219200"/>
                <a:gd name="connsiteX56" fmla="*/ 192881 w 638175"/>
                <a:gd name="connsiteY56" fmla="*/ 676275 h 1219200"/>
                <a:gd name="connsiteX57" fmla="*/ 166688 w 638175"/>
                <a:gd name="connsiteY57" fmla="*/ 633413 h 1219200"/>
                <a:gd name="connsiteX58" fmla="*/ 214313 w 638175"/>
                <a:gd name="connsiteY58" fmla="*/ 504825 h 1219200"/>
                <a:gd name="connsiteX59" fmla="*/ 219075 w 638175"/>
                <a:gd name="connsiteY59" fmla="*/ 292894 h 1219200"/>
                <a:gd name="connsiteX60" fmla="*/ 257175 w 638175"/>
                <a:gd name="connsiteY60" fmla="*/ 238125 h 1219200"/>
                <a:gd name="connsiteX61" fmla="*/ 295275 w 638175"/>
                <a:gd name="connsiteY61" fmla="*/ 209550 h 1219200"/>
                <a:gd name="connsiteX62" fmla="*/ 311944 w 638175"/>
                <a:gd name="connsiteY62" fmla="*/ 159544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38175" h="1219200">
                  <a:moveTo>
                    <a:pt x="311944" y="159544"/>
                  </a:moveTo>
                  <a:lnTo>
                    <a:pt x="276225" y="78581"/>
                  </a:lnTo>
                  <a:lnTo>
                    <a:pt x="288131" y="30956"/>
                  </a:lnTo>
                  <a:lnTo>
                    <a:pt x="311944" y="0"/>
                  </a:lnTo>
                  <a:lnTo>
                    <a:pt x="347663" y="0"/>
                  </a:lnTo>
                  <a:lnTo>
                    <a:pt x="395288" y="0"/>
                  </a:lnTo>
                  <a:lnTo>
                    <a:pt x="428625" y="23813"/>
                  </a:lnTo>
                  <a:lnTo>
                    <a:pt x="419100" y="42863"/>
                  </a:lnTo>
                  <a:lnTo>
                    <a:pt x="447675" y="102394"/>
                  </a:lnTo>
                  <a:lnTo>
                    <a:pt x="428625" y="116681"/>
                  </a:lnTo>
                  <a:lnTo>
                    <a:pt x="438150" y="140494"/>
                  </a:lnTo>
                  <a:lnTo>
                    <a:pt x="435769" y="166688"/>
                  </a:lnTo>
                  <a:lnTo>
                    <a:pt x="407194" y="161925"/>
                  </a:lnTo>
                  <a:lnTo>
                    <a:pt x="385763" y="180975"/>
                  </a:lnTo>
                  <a:lnTo>
                    <a:pt x="416719" y="202406"/>
                  </a:lnTo>
                  <a:lnTo>
                    <a:pt x="402431" y="238125"/>
                  </a:lnTo>
                  <a:lnTo>
                    <a:pt x="421481" y="276225"/>
                  </a:lnTo>
                  <a:lnTo>
                    <a:pt x="428625" y="316706"/>
                  </a:lnTo>
                  <a:lnTo>
                    <a:pt x="445294" y="488156"/>
                  </a:lnTo>
                  <a:lnTo>
                    <a:pt x="469106" y="521494"/>
                  </a:lnTo>
                  <a:lnTo>
                    <a:pt x="509588" y="569119"/>
                  </a:lnTo>
                  <a:lnTo>
                    <a:pt x="533400" y="590550"/>
                  </a:lnTo>
                  <a:lnTo>
                    <a:pt x="571500" y="611981"/>
                  </a:lnTo>
                  <a:lnTo>
                    <a:pt x="573881" y="628650"/>
                  </a:lnTo>
                  <a:lnTo>
                    <a:pt x="564356" y="666750"/>
                  </a:lnTo>
                  <a:lnTo>
                    <a:pt x="511969" y="676275"/>
                  </a:lnTo>
                  <a:lnTo>
                    <a:pt x="481013" y="647700"/>
                  </a:lnTo>
                  <a:lnTo>
                    <a:pt x="438150" y="673894"/>
                  </a:lnTo>
                  <a:lnTo>
                    <a:pt x="485775" y="883444"/>
                  </a:lnTo>
                  <a:lnTo>
                    <a:pt x="514350" y="990600"/>
                  </a:lnTo>
                  <a:lnTo>
                    <a:pt x="523875" y="1059656"/>
                  </a:lnTo>
                  <a:lnTo>
                    <a:pt x="581025" y="1128713"/>
                  </a:lnTo>
                  <a:lnTo>
                    <a:pt x="569119" y="1150144"/>
                  </a:lnTo>
                  <a:lnTo>
                    <a:pt x="633413" y="1171575"/>
                  </a:lnTo>
                  <a:lnTo>
                    <a:pt x="638175" y="1200150"/>
                  </a:lnTo>
                  <a:lnTo>
                    <a:pt x="523875" y="1219200"/>
                  </a:lnTo>
                  <a:lnTo>
                    <a:pt x="495300" y="1209675"/>
                  </a:lnTo>
                  <a:lnTo>
                    <a:pt x="450056" y="1197769"/>
                  </a:lnTo>
                  <a:lnTo>
                    <a:pt x="447675" y="1169194"/>
                  </a:lnTo>
                  <a:lnTo>
                    <a:pt x="414338" y="1078706"/>
                  </a:lnTo>
                  <a:cubicBezTo>
                    <a:pt x="415132" y="1053306"/>
                    <a:pt x="415925" y="1027906"/>
                    <a:pt x="416719" y="1002506"/>
                  </a:cubicBezTo>
                  <a:lnTo>
                    <a:pt x="335756" y="792956"/>
                  </a:lnTo>
                  <a:lnTo>
                    <a:pt x="264319" y="928688"/>
                  </a:lnTo>
                  <a:lnTo>
                    <a:pt x="119063" y="1159669"/>
                  </a:lnTo>
                  <a:lnTo>
                    <a:pt x="152400" y="1183481"/>
                  </a:lnTo>
                  <a:lnTo>
                    <a:pt x="166688" y="1188244"/>
                  </a:lnTo>
                  <a:lnTo>
                    <a:pt x="152400" y="1202531"/>
                  </a:lnTo>
                  <a:lnTo>
                    <a:pt x="78581" y="1200150"/>
                  </a:lnTo>
                  <a:lnTo>
                    <a:pt x="54769" y="1193006"/>
                  </a:lnTo>
                  <a:lnTo>
                    <a:pt x="52388" y="1183481"/>
                  </a:lnTo>
                  <a:lnTo>
                    <a:pt x="28575" y="1178719"/>
                  </a:lnTo>
                  <a:lnTo>
                    <a:pt x="0" y="1147763"/>
                  </a:lnTo>
                  <a:lnTo>
                    <a:pt x="28575" y="1112044"/>
                  </a:lnTo>
                  <a:lnTo>
                    <a:pt x="30956" y="1076325"/>
                  </a:lnTo>
                  <a:lnTo>
                    <a:pt x="207169" y="823913"/>
                  </a:lnTo>
                  <a:lnTo>
                    <a:pt x="223838" y="666750"/>
                  </a:lnTo>
                  <a:lnTo>
                    <a:pt x="192881" y="676275"/>
                  </a:lnTo>
                  <a:lnTo>
                    <a:pt x="166688" y="633413"/>
                  </a:lnTo>
                  <a:lnTo>
                    <a:pt x="214313" y="504825"/>
                  </a:lnTo>
                  <a:lnTo>
                    <a:pt x="219075" y="292894"/>
                  </a:lnTo>
                  <a:lnTo>
                    <a:pt x="257175" y="238125"/>
                  </a:lnTo>
                  <a:lnTo>
                    <a:pt x="295275" y="209550"/>
                  </a:lnTo>
                  <a:lnTo>
                    <a:pt x="311944" y="159544"/>
                  </a:lnTo>
                  <a:close/>
                </a:path>
              </a:pathLst>
            </a:cu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endParaRPr lang="ja-JP" altLang="en-US" sz="1200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5E07F5ED-7708-5320-DBFC-6E83F60903C2}"/>
                </a:ext>
              </a:extLst>
            </p:cNvPr>
            <p:cNvSpPr txBox="1"/>
            <p:nvPr/>
          </p:nvSpPr>
          <p:spPr>
            <a:xfrm>
              <a:off x="1452397" y="1111002"/>
              <a:ext cx="705699" cy="3031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200" dirty="0">
                  <a:latin typeface="MS PMincho" panose="02020600040205080304" pitchFamily="18" charset="-128"/>
                  <a:ea typeface="MS PMincho" panose="02020600040205080304" pitchFamily="18" charset="-128"/>
                </a:rPr>
                <a:t>被験者</a:t>
              </a:r>
              <a:endParaRPr lang="en-US" altLang="ja-JP" sz="1200" dirty="0">
                <a:latin typeface="MS PMincho" panose="02020600040205080304" pitchFamily="18" charset="-128"/>
                <a:ea typeface="MS PMincho" panose="02020600040205080304" pitchFamily="18" charset="-128"/>
              </a:endParaRPr>
            </a:p>
          </p:txBody>
        </p:sp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20547758-1C42-BBE9-12F6-802A71703292}"/>
                </a:ext>
              </a:extLst>
            </p:cNvPr>
            <p:cNvCxnSpPr/>
            <p:nvPr/>
          </p:nvCxnSpPr>
          <p:spPr bwMode="auto">
            <a:xfrm flipV="1">
              <a:off x="2490836" y="2072873"/>
              <a:ext cx="452314" cy="7694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509EA335-5165-BF3A-4413-902FA739134B}"/>
                </a:ext>
              </a:extLst>
            </p:cNvPr>
            <p:cNvCxnSpPr/>
            <p:nvPr/>
          </p:nvCxnSpPr>
          <p:spPr bwMode="auto">
            <a:xfrm flipV="1">
              <a:off x="1128773" y="1872648"/>
              <a:ext cx="0" cy="50000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58D05CCE-EDD5-38A9-CEE1-91D2173ADFD3}"/>
                </a:ext>
              </a:extLst>
            </p:cNvPr>
            <p:cNvCxnSpPr/>
            <p:nvPr/>
          </p:nvCxnSpPr>
          <p:spPr bwMode="auto">
            <a:xfrm flipV="1">
              <a:off x="1118793" y="2307334"/>
              <a:ext cx="432238" cy="6230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2E328CE7-B402-B2DB-B67C-4A468F5D7CAC}"/>
                </a:ext>
              </a:extLst>
            </p:cNvPr>
            <p:cNvCxnSpPr/>
            <p:nvPr/>
          </p:nvCxnSpPr>
          <p:spPr bwMode="auto">
            <a:xfrm flipH="1" flipV="1">
              <a:off x="714295" y="2191882"/>
              <a:ext cx="416938" cy="17776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46" name="グラフィックス 45">
              <a:extLst>
                <a:ext uri="{FF2B5EF4-FFF2-40B4-BE49-F238E27FC236}">
                  <a16:creationId xmlns:a16="http://schemas.microsoft.com/office/drawing/2014/main" id="{3AA5F752-29EC-7598-4C0F-F2CF9EF2B7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26948" r="24984" b="58981"/>
            <a:stretch/>
          </p:blipFill>
          <p:spPr>
            <a:xfrm>
              <a:off x="4298955" y="2913311"/>
              <a:ext cx="414429" cy="143413"/>
            </a:xfrm>
            <a:prstGeom prst="rect">
              <a:avLst/>
            </a:prstGeom>
          </p:spPr>
        </p:pic>
        <p:pic>
          <p:nvPicPr>
            <p:cNvPr id="47" name="グラフィックス 46">
              <a:extLst>
                <a:ext uri="{FF2B5EF4-FFF2-40B4-BE49-F238E27FC236}">
                  <a16:creationId xmlns:a16="http://schemas.microsoft.com/office/drawing/2014/main" id="{39F9BEA2-01F9-65FA-BBA1-288095A659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" t="44159" r="82412" b="42756"/>
            <a:stretch/>
          </p:blipFill>
          <p:spPr>
            <a:xfrm>
              <a:off x="1551926" y="2135033"/>
              <a:ext cx="97162" cy="133350"/>
            </a:xfrm>
            <a:prstGeom prst="rect">
              <a:avLst/>
            </a:prstGeom>
          </p:spPr>
        </p:pic>
        <p:pic>
          <p:nvPicPr>
            <p:cNvPr id="48" name="グラフィックス 47">
              <a:extLst>
                <a:ext uri="{FF2B5EF4-FFF2-40B4-BE49-F238E27FC236}">
                  <a16:creationId xmlns:a16="http://schemas.microsoft.com/office/drawing/2014/main" id="{641206B8-2211-5B3A-FB5F-9062F6DE1C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-1292" t="60217" r="83705" b="26698"/>
            <a:stretch/>
          </p:blipFill>
          <p:spPr>
            <a:xfrm>
              <a:off x="794630" y="2009525"/>
              <a:ext cx="97162" cy="133350"/>
            </a:xfrm>
            <a:prstGeom prst="rect">
              <a:avLst/>
            </a:prstGeom>
          </p:spPr>
        </p:pic>
        <p:pic>
          <p:nvPicPr>
            <p:cNvPr id="49" name="グラフィックス 48">
              <a:extLst>
                <a:ext uri="{FF2B5EF4-FFF2-40B4-BE49-F238E27FC236}">
                  <a16:creationId xmlns:a16="http://schemas.microsoft.com/office/drawing/2014/main" id="{C73F87A9-0DF3-3820-D5CB-40A830D45A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-989" t="75435" r="84504" b="16028"/>
            <a:stretch/>
          </p:blipFill>
          <p:spPr>
            <a:xfrm>
              <a:off x="1181099" y="1731682"/>
              <a:ext cx="91077" cy="87002"/>
            </a:xfrm>
            <a:prstGeom prst="rect">
              <a:avLst/>
            </a:prstGeom>
          </p:spPr>
        </p:pic>
        <p:pic>
          <p:nvPicPr>
            <p:cNvPr id="51" name="グラフィックス 50">
              <a:extLst>
                <a:ext uri="{FF2B5EF4-FFF2-40B4-BE49-F238E27FC236}">
                  <a16:creationId xmlns:a16="http://schemas.microsoft.com/office/drawing/2014/main" id="{644B138C-3D31-A26F-BC99-D03AB1213B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35871" r="85603" b="25542"/>
            <a:stretch/>
          </p:blipFill>
          <p:spPr>
            <a:xfrm>
              <a:off x="919751" y="2944621"/>
              <a:ext cx="352426" cy="169069"/>
            </a:xfrm>
            <a:prstGeom prst="rect">
              <a:avLst/>
            </a:prstGeom>
          </p:spPr>
        </p:pic>
      </p:grp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D29D039C-70FC-15AF-426F-62F74B1D7887}"/>
              </a:ext>
            </a:extLst>
          </p:cNvPr>
          <p:cNvCxnSpPr/>
          <p:nvPr/>
        </p:nvCxnSpPr>
        <p:spPr bwMode="auto">
          <a:xfrm flipH="1">
            <a:off x="620100" y="853440"/>
            <a:ext cx="5617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triangle" w="med" len="lg"/>
            <a:tailEnd type="triangl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47E56E54-8982-07CE-3657-0AB8A6A2C6BD}"/>
              </a:ext>
            </a:extLst>
          </p:cNvPr>
          <p:cNvSpPr txBox="1"/>
          <p:nvPr/>
        </p:nvSpPr>
        <p:spPr>
          <a:xfrm>
            <a:off x="2943150" y="589958"/>
            <a:ext cx="9733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\</a:t>
            </a:r>
            <a:r>
              <a:rPr kumimoji="1" lang="en-US" altLang="ja-JP" sz="1050" dirty="0" err="1"/>
              <a:t>columnwidth</a:t>
            </a:r>
            <a:endParaRPr kumimoji="1" lang="ja-JP" altLang="en-US" sz="1050" dirty="0"/>
          </a:p>
        </p:txBody>
      </p: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C75190EE-CD0D-890A-C272-44022C100CE6}"/>
              </a:ext>
            </a:extLst>
          </p:cNvPr>
          <p:cNvCxnSpPr>
            <a:cxnSpLocks/>
          </p:cNvCxnSpPr>
          <p:nvPr/>
        </p:nvCxnSpPr>
        <p:spPr bwMode="auto">
          <a:xfrm>
            <a:off x="441960" y="1005420"/>
            <a:ext cx="0" cy="78951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triangle" w="med" len="lg"/>
            <a:tailEnd type="triangl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4985BAEE-5330-0087-4A23-535F16D107BB}"/>
              </a:ext>
            </a:extLst>
          </p:cNvPr>
          <p:cNvSpPr txBox="1"/>
          <p:nvPr/>
        </p:nvSpPr>
        <p:spPr>
          <a:xfrm rot="16200000">
            <a:off x="-118806" y="4731754"/>
            <a:ext cx="81624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\</a:t>
            </a:r>
            <a:r>
              <a:rPr kumimoji="1" lang="en-US" altLang="ja-JP" sz="1050" dirty="0" err="1"/>
              <a:t>textheight</a:t>
            </a:r>
            <a:endParaRPr kumimoji="1" lang="ja-JP" altLang="en-US" sz="1050" dirty="0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AE43483D-E2E0-BA6B-64F8-95D860B4582E}"/>
              </a:ext>
            </a:extLst>
          </p:cNvPr>
          <p:cNvSpPr txBox="1"/>
          <p:nvPr/>
        </p:nvSpPr>
        <p:spPr>
          <a:xfrm>
            <a:off x="5295999" y="21552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卒論修論用</a:t>
            </a:r>
          </a:p>
        </p:txBody>
      </p:sp>
    </p:spTree>
    <p:extLst>
      <p:ext uri="{BB962C8B-B14F-4D97-AF65-F5344CB8AC3E}">
        <p14:creationId xmlns:p14="http://schemas.microsoft.com/office/powerpoint/2010/main" val="3591187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5534A82-5E3C-892A-CC27-7EE277D7E074}"/>
              </a:ext>
            </a:extLst>
          </p:cNvPr>
          <p:cNvSpPr/>
          <p:nvPr/>
        </p:nvSpPr>
        <p:spPr>
          <a:xfrm>
            <a:off x="620100" y="963480"/>
            <a:ext cx="2728440" cy="797904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F34438F-B70F-7085-229E-496A1D7D6632}"/>
              </a:ext>
            </a:extLst>
          </p:cNvPr>
          <p:cNvSpPr/>
          <p:nvPr/>
        </p:nvSpPr>
        <p:spPr>
          <a:xfrm>
            <a:off x="3509460" y="963480"/>
            <a:ext cx="2728440" cy="797904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AB239649-65B3-8E8E-5A22-5DBD2469F188}"/>
              </a:ext>
            </a:extLst>
          </p:cNvPr>
          <p:cNvCxnSpPr>
            <a:cxnSpLocks/>
          </p:cNvCxnSpPr>
          <p:nvPr/>
        </p:nvCxnSpPr>
        <p:spPr bwMode="auto">
          <a:xfrm>
            <a:off x="488895" y="963480"/>
            <a:ext cx="0" cy="79790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triangle" w="med" len="lg"/>
            <a:tailEnd type="triangl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4F817C7-FE7A-3C6C-3F2F-297BB38ED4BE}"/>
              </a:ext>
            </a:extLst>
          </p:cNvPr>
          <p:cNvSpPr txBox="1"/>
          <p:nvPr/>
        </p:nvSpPr>
        <p:spPr>
          <a:xfrm rot="16200000">
            <a:off x="-118806" y="4731754"/>
            <a:ext cx="81624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\</a:t>
            </a:r>
            <a:r>
              <a:rPr kumimoji="1" lang="en-US" altLang="ja-JP" sz="1050" dirty="0" err="1"/>
              <a:t>textheight</a:t>
            </a:r>
            <a:endParaRPr kumimoji="1" lang="ja-JP" altLang="en-US" sz="1050" dirty="0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0BCDD120-E800-E980-8285-8267A150E238}"/>
              </a:ext>
            </a:extLst>
          </p:cNvPr>
          <p:cNvCxnSpPr/>
          <p:nvPr/>
        </p:nvCxnSpPr>
        <p:spPr bwMode="auto">
          <a:xfrm flipH="1">
            <a:off x="620100" y="857250"/>
            <a:ext cx="27284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triangle" w="med" len="lg"/>
            <a:tailEnd type="triangl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A95D0D6-F8A4-918B-94BF-716AE101A5AD}"/>
              </a:ext>
            </a:extLst>
          </p:cNvPr>
          <p:cNvSpPr txBox="1"/>
          <p:nvPr/>
        </p:nvSpPr>
        <p:spPr>
          <a:xfrm>
            <a:off x="1455168" y="545633"/>
            <a:ext cx="10583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\</a:t>
            </a:r>
            <a:r>
              <a:rPr kumimoji="1" lang="en-US" altLang="ja-JP" sz="1050" dirty="0" err="1"/>
              <a:t>columnwidth</a:t>
            </a:r>
            <a:endParaRPr kumimoji="1" lang="ja-JP" altLang="en-US" sz="105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420C844-228C-4ECB-2F7A-5B512A5F5D15}"/>
              </a:ext>
            </a:extLst>
          </p:cNvPr>
          <p:cNvSpPr txBox="1"/>
          <p:nvPr/>
        </p:nvSpPr>
        <p:spPr>
          <a:xfrm>
            <a:off x="5799318" y="24881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要旨用</a:t>
            </a:r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702DF8F-A571-0876-8F7A-99C599A97A09}"/>
              </a:ext>
            </a:extLst>
          </p:cNvPr>
          <p:cNvGrpSpPr/>
          <p:nvPr/>
        </p:nvGrpSpPr>
        <p:grpSpPr>
          <a:xfrm>
            <a:off x="620099" y="964978"/>
            <a:ext cx="2728437" cy="1250918"/>
            <a:chOff x="620099" y="964978"/>
            <a:chExt cx="2728437" cy="1250918"/>
          </a:xfrm>
        </p:grpSpPr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73A2C912-398A-BBF0-A1FE-D340F2193C15}"/>
                </a:ext>
              </a:extLst>
            </p:cNvPr>
            <p:cNvSpPr txBox="1"/>
            <p:nvPr/>
          </p:nvSpPr>
          <p:spPr>
            <a:xfrm>
              <a:off x="2204449" y="1988141"/>
              <a:ext cx="637114" cy="227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880" dirty="0">
                  <a:latin typeface="ＭＳ Ｐ明朝" panose="02020600040205080304" pitchFamily="18" charset="-128"/>
                  <a:ea typeface="ＭＳ Ｐ明朝" panose="02020600040205080304" pitchFamily="18" charset="-128"/>
                </a:rPr>
                <a:t>初期条件</a:t>
              </a:r>
            </a:p>
          </p:txBody>
        </p:sp>
        <p:sp>
          <p:nvSpPr>
            <p:cNvPr id="16" name="平行四辺形 15">
              <a:extLst>
                <a:ext uri="{FF2B5EF4-FFF2-40B4-BE49-F238E27FC236}">
                  <a16:creationId xmlns:a16="http://schemas.microsoft.com/office/drawing/2014/main" id="{B85C9704-DED0-B3B7-9363-C1F3716D6D91}"/>
                </a:ext>
              </a:extLst>
            </p:cNvPr>
            <p:cNvSpPr/>
            <p:nvPr/>
          </p:nvSpPr>
          <p:spPr>
            <a:xfrm rot="21079511" flipH="1">
              <a:off x="627670" y="1569150"/>
              <a:ext cx="2709640" cy="286290"/>
            </a:xfrm>
            <a:prstGeom prst="parallelogram">
              <a:avLst>
                <a:gd name="adj" fmla="val 15624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endParaRPr>
            </a:p>
          </p:txBody>
        </p: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0AC9600F-383F-C543-2D6F-98402F2D5E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099" y="1432275"/>
              <a:ext cx="2236438" cy="341217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8F4F7BC2-DBDE-2779-1E06-63CFAEEEE8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2098" y="1653986"/>
              <a:ext cx="2236438" cy="341217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D1B7C408-774D-892C-86D0-14EDBD5DFF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4272" y="1541687"/>
              <a:ext cx="2236438" cy="341217"/>
            </a:xfrm>
            <a:prstGeom prst="line">
              <a:avLst/>
            </a:prstGeom>
            <a:ln w="3175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A1C35294-CE8B-8740-4CBB-B38753CD8542}"/>
                </a:ext>
              </a:extLst>
            </p:cNvPr>
            <p:cNvCxnSpPr/>
            <p:nvPr/>
          </p:nvCxnSpPr>
          <p:spPr bwMode="auto">
            <a:xfrm flipH="1">
              <a:off x="1666508" y="1764341"/>
              <a:ext cx="1410113" cy="21623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triangle" w="sm" len="med"/>
              <a:tailEnd type="triangl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F2D12504-7165-4B9E-6DDC-EDC877CB56D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89374" y="1823730"/>
              <a:ext cx="277978" cy="125481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D022130E-5998-F51F-3984-AA7A0334922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567352" y="1949211"/>
              <a:ext cx="135482" cy="6115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7B65A002-0530-2A70-EBFE-F31D915CC62B}"/>
                </a:ext>
              </a:extLst>
            </p:cNvPr>
            <p:cNvCxnSpPr>
              <a:cxnSpLocks noChangeAspect="1"/>
            </p:cNvCxnSpPr>
            <p:nvPr/>
          </p:nvCxnSpPr>
          <p:spPr bwMode="auto">
            <a:xfrm>
              <a:off x="2742047" y="1597714"/>
              <a:ext cx="298061" cy="1345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026175CA-F2D5-E950-947E-B23A9499610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040107" y="1735503"/>
              <a:ext cx="135482" cy="6115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B1D8B42C-7225-AD01-209F-BD9E19D3E312}"/>
                </a:ext>
              </a:extLst>
            </p:cNvPr>
            <p:cNvSpPr txBox="1"/>
            <p:nvPr/>
          </p:nvSpPr>
          <p:spPr>
            <a:xfrm>
              <a:off x="2040201" y="1011211"/>
              <a:ext cx="543712" cy="227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880" dirty="0">
                  <a:latin typeface="MS PMincho" panose="02020600040205080304" pitchFamily="18" charset="-128"/>
                  <a:ea typeface="MS PMincho" panose="02020600040205080304" pitchFamily="18" charset="-128"/>
                </a:rPr>
                <a:t>対向者</a:t>
              </a:r>
              <a:endParaRPr lang="en-US" altLang="ja-JP" sz="880" dirty="0">
                <a:latin typeface="MS PMincho" panose="02020600040205080304" pitchFamily="18" charset="-128"/>
                <a:ea typeface="MS PMincho" panose="02020600040205080304" pitchFamily="18" charset="-128"/>
              </a:endParaRPr>
            </a:p>
          </p:txBody>
        </p:sp>
        <p:sp>
          <p:nvSpPr>
            <p:cNvPr id="26" name="フリーフォーム 19">
              <a:extLst>
                <a:ext uri="{FF2B5EF4-FFF2-40B4-BE49-F238E27FC236}">
                  <a16:creationId xmlns:a16="http://schemas.microsoft.com/office/drawing/2014/main" id="{98ECE454-C321-EB02-DE47-DA86D47A7440}"/>
                </a:ext>
              </a:extLst>
            </p:cNvPr>
            <p:cNvSpPr/>
            <p:nvPr/>
          </p:nvSpPr>
          <p:spPr>
            <a:xfrm flipH="1">
              <a:off x="2575610" y="964978"/>
              <a:ext cx="342742" cy="654790"/>
            </a:xfrm>
            <a:custGeom>
              <a:avLst/>
              <a:gdLst>
                <a:gd name="connsiteX0" fmla="*/ 311944 w 638175"/>
                <a:gd name="connsiteY0" fmla="*/ 159544 h 1219200"/>
                <a:gd name="connsiteX1" fmla="*/ 276225 w 638175"/>
                <a:gd name="connsiteY1" fmla="*/ 78581 h 1219200"/>
                <a:gd name="connsiteX2" fmla="*/ 288131 w 638175"/>
                <a:gd name="connsiteY2" fmla="*/ 30956 h 1219200"/>
                <a:gd name="connsiteX3" fmla="*/ 311944 w 638175"/>
                <a:gd name="connsiteY3" fmla="*/ 0 h 1219200"/>
                <a:gd name="connsiteX4" fmla="*/ 347663 w 638175"/>
                <a:gd name="connsiteY4" fmla="*/ 0 h 1219200"/>
                <a:gd name="connsiteX5" fmla="*/ 395288 w 638175"/>
                <a:gd name="connsiteY5" fmla="*/ 0 h 1219200"/>
                <a:gd name="connsiteX6" fmla="*/ 428625 w 638175"/>
                <a:gd name="connsiteY6" fmla="*/ 23813 h 1219200"/>
                <a:gd name="connsiteX7" fmla="*/ 419100 w 638175"/>
                <a:gd name="connsiteY7" fmla="*/ 42863 h 1219200"/>
                <a:gd name="connsiteX8" fmla="*/ 447675 w 638175"/>
                <a:gd name="connsiteY8" fmla="*/ 102394 h 1219200"/>
                <a:gd name="connsiteX9" fmla="*/ 428625 w 638175"/>
                <a:gd name="connsiteY9" fmla="*/ 116681 h 1219200"/>
                <a:gd name="connsiteX10" fmla="*/ 438150 w 638175"/>
                <a:gd name="connsiteY10" fmla="*/ 140494 h 1219200"/>
                <a:gd name="connsiteX11" fmla="*/ 435769 w 638175"/>
                <a:gd name="connsiteY11" fmla="*/ 166688 h 1219200"/>
                <a:gd name="connsiteX12" fmla="*/ 407194 w 638175"/>
                <a:gd name="connsiteY12" fmla="*/ 161925 h 1219200"/>
                <a:gd name="connsiteX13" fmla="*/ 385763 w 638175"/>
                <a:gd name="connsiteY13" fmla="*/ 180975 h 1219200"/>
                <a:gd name="connsiteX14" fmla="*/ 416719 w 638175"/>
                <a:gd name="connsiteY14" fmla="*/ 202406 h 1219200"/>
                <a:gd name="connsiteX15" fmla="*/ 402431 w 638175"/>
                <a:gd name="connsiteY15" fmla="*/ 238125 h 1219200"/>
                <a:gd name="connsiteX16" fmla="*/ 421481 w 638175"/>
                <a:gd name="connsiteY16" fmla="*/ 276225 h 1219200"/>
                <a:gd name="connsiteX17" fmla="*/ 428625 w 638175"/>
                <a:gd name="connsiteY17" fmla="*/ 316706 h 1219200"/>
                <a:gd name="connsiteX18" fmla="*/ 445294 w 638175"/>
                <a:gd name="connsiteY18" fmla="*/ 488156 h 1219200"/>
                <a:gd name="connsiteX19" fmla="*/ 469106 w 638175"/>
                <a:gd name="connsiteY19" fmla="*/ 521494 h 1219200"/>
                <a:gd name="connsiteX20" fmla="*/ 509588 w 638175"/>
                <a:gd name="connsiteY20" fmla="*/ 569119 h 1219200"/>
                <a:gd name="connsiteX21" fmla="*/ 533400 w 638175"/>
                <a:gd name="connsiteY21" fmla="*/ 590550 h 1219200"/>
                <a:gd name="connsiteX22" fmla="*/ 571500 w 638175"/>
                <a:gd name="connsiteY22" fmla="*/ 611981 h 1219200"/>
                <a:gd name="connsiteX23" fmla="*/ 573881 w 638175"/>
                <a:gd name="connsiteY23" fmla="*/ 628650 h 1219200"/>
                <a:gd name="connsiteX24" fmla="*/ 564356 w 638175"/>
                <a:gd name="connsiteY24" fmla="*/ 666750 h 1219200"/>
                <a:gd name="connsiteX25" fmla="*/ 511969 w 638175"/>
                <a:gd name="connsiteY25" fmla="*/ 676275 h 1219200"/>
                <a:gd name="connsiteX26" fmla="*/ 481013 w 638175"/>
                <a:gd name="connsiteY26" fmla="*/ 647700 h 1219200"/>
                <a:gd name="connsiteX27" fmla="*/ 438150 w 638175"/>
                <a:gd name="connsiteY27" fmla="*/ 673894 h 1219200"/>
                <a:gd name="connsiteX28" fmla="*/ 485775 w 638175"/>
                <a:gd name="connsiteY28" fmla="*/ 883444 h 1219200"/>
                <a:gd name="connsiteX29" fmla="*/ 514350 w 638175"/>
                <a:gd name="connsiteY29" fmla="*/ 990600 h 1219200"/>
                <a:gd name="connsiteX30" fmla="*/ 523875 w 638175"/>
                <a:gd name="connsiteY30" fmla="*/ 1059656 h 1219200"/>
                <a:gd name="connsiteX31" fmla="*/ 581025 w 638175"/>
                <a:gd name="connsiteY31" fmla="*/ 1128713 h 1219200"/>
                <a:gd name="connsiteX32" fmla="*/ 569119 w 638175"/>
                <a:gd name="connsiteY32" fmla="*/ 1150144 h 1219200"/>
                <a:gd name="connsiteX33" fmla="*/ 633413 w 638175"/>
                <a:gd name="connsiteY33" fmla="*/ 1171575 h 1219200"/>
                <a:gd name="connsiteX34" fmla="*/ 638175 w 638175"/>
                <a:gd name="connsiteY34" fmla="*/ 1200150 h 1219200"/>
                <a:gd name="connsiteX35" fmla="*/ 523875 w 638175"/>
                <a:gd name="connsiteY35" fmla="*/ 1219200 h 1219200"/>
                <a:gd name="connsiteX36" fmla="*/ 495300 w 638175"/>
                <a:gd name="connsiteY36" fmla="*/ 1209675 h 1219200"/>
                <a:gd name="connsiteX37" fmla="*/ 450056 w 638175"/>
                <a:gd name="connsiteY37" fmla="*/ 1197769 h 1219200"/>
                <a:gd name="connsiteX38" fmla="*/ 447675 w 638175"/>
                <a:gd name="connsiteY38" fmla="*/ 1169194 h 1219200"/>
                <a:gd name="connsiteX39" fmla="*/ 414338 w 638175"/>
                <a:gd name="connsiteY39" fmla="*/ 1078706 h 1219200"/>
                <a:gd name="connsiteX40" fmla="*/ 416719 w 638175"/>
                <a:gd name="connsiteY40" fmla="*/ 1002506 h 1219200"/>
                <a:gd name="connsiteX41" fmla="*/ 335756 w 638175"/>
                <a:gd name="connsiteY41" fmla="*/ 792956 h 1219200"/>
                <a:gd name="connsiteX42" fmla="*/ 264319 w 638175"/>
                <a:gd name="connsiteY42" fmla="*/ 928688 h 1219200"/>
                <a:gd name="connsiteX43" fmla="*/ 119063 w 638175"/>
                <a:gd name="connsiteY43" fmla="*/ 1159669 h 1219200"/>
                <a:gd name="connsiteX44" fmla="*/ 152400 w 638175"/>
                <a:gd name="connsiteY44" fmla="*/ 1183481 h 1219200"/>
                <a:gd name="connsiteX45" fmla="*/ 166688 w 638175"/>
                <a:gd name="connsiteY45" fmla="*/ 1188244 h 1219200"/>
                <a:gd name="connsiteX46" fmla="*/ 152400 w 638175"/>
                <a:gd name="connsiteY46" fmla="*/ 1202531 h 1219200"/>
                <a:gd name="connsiteX47" fmla="*/ 78581 w 638175"/>
                <a:gd name="connsiteY47" fmla="*/ 1200150 h 1219200"/>
                <a:gd name="connsiteX48" fmla="*/ 54769 w 638175"/>
                <a:gd name="connsiteY48" fmla="*/ 1193006 h 1219200"/>
                <a:gd name="connsiteX49" fmla="*/ 52388 w 638175"/>
                <a:gd name="connsiteY49" fmla="*/ 1183481 h 1219200"/>
                <a:gd name="connsiteX50" fmla="*/ 28575 w 638175"/>
                <a:gd name="connsiteY50" fmla="*/ 1178719 h 1219200"/>
                <a:gd name="connsiteX51" fmla="*/ 0 w 638175"/>
                <a:gd name="connsiteY51" fmla="*/ 1147763 h 1219200"/>
                <a:gd name="connsiteX52" fmla="*/ 28575 w 638175"/>
                <a:gd name="connsiteY52" fmla="*/ 1112044 h 1219200"/>
                <a:gd name="connsiteX53" fmla="*/ 30956 w 638175"/>
                <a:gd name="connsiteY53" fmla="*/ 1076325 h 1219200"/>
                <a:gd name="connsiteX54" fmla="*/ 207169 w 638175"/>
                <a:gd name="connsiteY54" fmla="*/ 823913 h 1219200"/>
                <a:gd name="connsiteX55" fmla="*/ 223838 w 638175"/>
                <a:gd name="connsiteY55" fmla="*/ 666750 h 1219200"/>
                <a:gd name="connsiteX56" fmla="*/ 192881 w 638175"/>
                <a:gd name="connsiteY56" fmla="*/ 676275 h 1219200"/>
                <a:gd name="connsiteX57" fmla="*/ 166688 w 638175"/>
                <a:gd name="connsiteY57" fmla="*/ 633413 h 1219200"/>
                <a:gd name="connsiteX58" fmla="*/ 214313 w 638175"/>
                <a:gd name="connsiteY58" fmla="*/ 504825 h 1219200"/>
                <a:gd name="connsiteX59" fmla="*/ 219075 w 638175"/>
                <a:gd name="connsiteY59" fmla="*/ 292894 h 1219200"/>
                <a:gd name="connsiteX60" fmla="*/ 257175 w 638175"/>
                <a:gd name="connsiteY60" fmla="*/ 238125 h 1219200"/>
                <a:gd name="connsiteX61" fmla="*/ 295275 w 638175"/>
                <a:gd name="connsiteY61" fmla="*/ 209550 h 1219200"/>
                <a:gd name="connsiteX62" fmla="*/ 311944 w 638175"/>
                <a:gd name="connsiteY62" fmla="*/ 159544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38175" h="1219200">
                  <a:moveTo>
                    <a:pt x="311944" y="159544"/>
                  </a:moveTo>
                  <a:lnTo>
                    <a:pt x="276225" y="78581"/>
                  </a:lnTo>
                  <a:lnTo>
                    <a:pt x="288131" y="30956"/>
                  </a:lnTo>
                  <a:lnTo>
                    <a:pt x="311944" y="0"/>
                  </a:lnTo>
                  <a:lnTo>
                    <a:pt x="347663" y="0"/>
                  </a:lnTo>
                  <a:lnTo>
                    <a:pt x="395288" y="0"/>
                  </a:lnTo>
                  <a:lnTo>
                    <a:pt x="428625" y="23813"/>
                  </a:lnTo>
                  <a:lnTo>
                    <a:pt x="419100" y="42863"/>
                  </a:lnTo>
                  <a:lnTo>
                    <a:pt x="447675" y="102394"/>
                  </a:lnTo>
                  <a:lnTo>
                    <a:pt x="428625" y="116681"/>
                  </a:lnTo>
                  <a:lnTo>
                    <a:pt x="438150" y="140494"/>
                  </a:lnTo>
                  <a:lnTo>
                    <a:pt x="435769" y="166688"/>
                  </a:lnTo>
                  <a:lnTo>
                    <a:pt x="407194" y="161925"/>
                  </a:lnTo>
                  <a:lnTo>
                    <a:pt x="385763" y="180975"/>
                  </a:lnTo>
                  <a:lnTo>
                    <a:pt x="416719" y="202406"/>
                  </a:lnTo>
                  <a:lnTo>
                    <a:pt x="402431" y="238125"/>
                  </a:lnTo>
                  <a:lnTo>
                    <a:pt x="421481" y="276225"/>
                  </a:lnTo>
                  <a:lnTo>
                    <a:pt x="428625" y="316706"/>
                  </a:lnTo>
                  <a:lnTo>
                    <a:pt x="445294" y="488156"/>
                  </a:lnTo>
                  <a:lnTo>
                    <a:pt x="469106" y="521494"/>
                  </a:lnTo>
                  <a:lnTo>
                    <a:pt x="509588" y="569119"/>
                  </a:lnTo>
                  <a:lnTo>
                    <a:pt x="533400" y="590550"/>
                  </a:lnTo>
                  <a:lnTo>
                    <a:pt x="571500" y="611981"/>
                  </a:lnTo>
                  <a:lnTo>
                    <a:pt x="573881" y="628650"/>
                  </a:lnTo>
                  <a:lnTo>
                    <a:pt x="564356" y="666750"/>
                  </a:lnTo>
                  <a:lnTo>
                    <a:pt x="511969" y="676275"/>
                  </a:lnTo>
                  <a:lnTo>
                    <a:pt x="481013" y="647700"/>
                  </a:lnTo>
                  <a:lnTo>
                    <a:pt x="438150" y="673894"/>
                  </a:lnTo>
                  <a:lnTo>
                    <a:pt x="485775" y="883444"/>
                  </a:lnTo>
                  <a:lnTo>
                    <a:pt x="514350" y="990600"/>
                  </a:lnTo>
                  <a:lnTo>
                    <a:pt x="523875" y="1059656"/>
                  </a:lnTo>
                  <a:lnTo>
                    <a:pt x="581025" y="1128713"/>
                  </a:lnTo>
                  <a:lnTo>
                    <a:pt x="569119" y="1150144"/>
                  </a:lnTo>
                  <a:lnTo>
                    <a:pt x="633413" y="1171575"/>
                  </a:lnTo>
                  <a:lnTo>
                    <a:pt x="638175" y="1200150"/>
                  </a:lnTo>
                  <a:lnTo>
                    <a:pt x="523875" y="1219200"/>
                  </a:lnTo>
                  <a:lnTo>
                    <a:pt x="495300" y="1209675"/>
                  </a:lnTo>
                  <a:lnTo>
                    <a:pt x="450056" y="1197769"/>
                  </a:lnTo>
                  <a:lnTo>
                    <a:pt x="447675" y="1169194"/>
                  </a:lnTo>
                  <a:lnTo>
                    <a:pt x="414338" y="1078706"/>
                  </a:lnTo>
                  <a:cubicBezTo>
                    <a:pt x="415132" y="1053306"/>
                    <a:pt x="415925" y="1027906"/>
                    <a:pt x="416719" y="1002506"/>
                  </a:cubicBezTo>
                  <a:lnTo>
                    <a:pt x="335756" y="792956"/>
                  </a:lnTo>
                  <a:lnTo>
                    <a:pt x="264319" y="928688"/>
                  </a:lnTo>
                  <a:lnTo>
                    <a:pt x="119063" y="1159669"/>
                  </a:lnTo>
                  <a:lnTo>
                    <a:pt x="152400" y="1183481"/>
                  </a:lnTo>
                  <a:lnTo>
                    <a:pt x="166688" y="1188244"/>
                  </a:lnTo>
                  <a:lnTo>
                    <a:pt x="152400" y="1202531"/>
                  </a:lnTo>
                  <a:lnTo>
                    <a:pt x="78581" y="1200150"/>
                  </a:lnTo>
                  <a:lnTo>
                    <a:pt x="54769" y="1193006"/>
                  </a:lnTo>
                  <a:lnTo>
                    <a:pt x="52388" y="1183481"/>
                  </a:lnTo>
                  <a:lnTo>
                    <a:pt x="28575" y="1178719"/>
                  </a:lnTo>
                  <a:lnTo>
                    <a:pt x="0" y="1147763"/>
                  </a:lnTo>
                  <a:lnTo>
                    <a:pt x="28575" y="1112044"/>
                  </a:lnTo>
                  <a:lnTo>
                    <a:pt x="30956" y="1076325"/>
                  </a:lnTo>
                  <a:lnTo>
                    <a:pt x="207169" y="823913"/>
                  </a:lnTo>
                  <a:lnTo>
                    <a:pt x="223838" y="666750"/>
                  </a:lnTo>
                  <a:lnTo>
                    <a:pt x="192881" y="676275"/>
                  </a:lnTo>
                  <a:lnTo>
                    <a:pt x="166688" y="633413"/>
                  </a:lnTo>
                  <a:lnTo>
                    <a:pt x="214313" y="504825"/>
                  </a:lnTo>
                  <a:lnTo>
                    <a:pt x="219075" y="292894"/>
                  </a:lnTo>
                  <a:lnTo>
                    <a:pt x="257175" y="238125"/>
                  </a:lnTo>
                  <a:lnTo>
                    <a:pt x="295275" y="209550"/>
                  </a:lnTo>
                  <a:lnTo>
                    <a:pt x="311944" y="159544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endParaRPr lang="ja-JP" altLang="en-US" sz="1200"/>
            </a:p>
          </p:txBody>
        </p: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6CCDB5B5-460A-FB81-5C27-5B2D38DEEDE9}"/>
                </a:ext>
              </a:extLst>
            </p:cNvPr>
            <p:cNvCxnSpPr/>
            <p:nvPr/>
          </p:nvCxnSpPr>
          <p:spPr bwMode="auto">
            <a:xfrm flipV="1">
              <a:off x="2367753" y="1262768"/>
              <a:ext cx="219679" cy="3737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1E182FE7-0E7C-1189-2BEE-ACFEB51F270A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732071" y="1764167"/>
              <a:ext cx="463627" cy="20648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triangle" w="sm" len="med"/>
              <a:tailEnd type="triangl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9" name="フリーフォーム 32">
              <a:extLst>
                <a:ext uri="{FF2B5EF4-FFF2-40B4-BE49-F238E27FC236}">
                  <a16:creationId xmlns:a16="http://schemas.microsoft.com/office/drawing/2014/main" id="{D6EB5698-830A-4C19-606B-DAFC9559E1F1}"/>
                </a:ext>
              </a:extLst>
            </p:cNvPr>
            <p:cNvSpPr/>
            <p:nvPr/>
          </p:nvSpPr>
          <p:spPr>
            <a:xfrm>
              <a:off x="1137768" y="1176546"/>
              <a:ext cx="342742" cy="654790"/>
            </a:xfrm>
            <a:custGeom>
              <a:avLst/>
              <a:gdLst>
                <a:gd name="connsiteX0" fmla="*/ 311944 w 638175"/>
                <a:gd name="connsiteY0" fmla="*/ 159544 h 1219200"/>
                <a:gd name="connsiteX1" fmla="*/ 276225 w 638175"/>
                <a:gd name="connsiteY1" fmla="*/ 78581 h 1219200"/>
                <a:gd name="connsiteX2" fmla="*/ 288131 w 638175"/>
                <a:gd name="connsiteY2" fmla="*/ 30956 h 1219200"/>
                <a:gd name="connsiteX3" fmla="*/ 311944 w 638175"/>
                <a:gd name="connsiteY3" fmla="*/ 0 h 1219200"/>
                <a:gd name="connsiteX4" fmla="*/ 347663 w 638175"/>
                <a:gd name="connsiteY4" fmla="*/ 0 h 1219200"/>
                <a:gd name="connsiteX5" fmla="*/ 395288 w 638175"/>
                <a:gd name="connsiteY5" fmla="*/ 0 h 1219200"/>
                <a:gd name="connsiteX6" fmla="*/ 428625 w 638175"/>
                <a:gd name="connsiteY6" fmla="*/ 23813 h 1219200"/>
                <a:gd name="connsiteX7" fmla="*/ 419100 w 638175"/>
                <a:gd name="connsiteY7" fmla="*/ 42863 h 1219200"/>
                <a:gd name="connsiteX8" fmla="*/ 447675 w 638175"/>
                <a:gd name="connsiteY8" fmla="*/ 102394 h 1219200"/>
                <a:gd name="connsiteX9" fmla="*/ 428625 w 638175"/>
                <a:gd name="connsiteY9" fmla="*/ 116681 h 1219200"/>
                <a:gd name="connsiteX10" fmla="*/ 438150 w 638175"/>
                <a:gd name="connsiteY10" fmla="*/ 140494 h 1219200"/>
                <a:gd name="connsiteX11" fmla="*/ 435769 w 638175"/>
                <a:gd name="connsiteY11" fmla="*/ 166688 h 1219200"/>
                <a:gd name="connsiteX12" fmla="*/ 407194 w 638175"/>
                <a:gd name="connsiteY12" fmla="*/ 161925 h 1219200"/>
                <a:gd name="connsiteX13" fmla="*/ 385763 w 638175"/>
                <a:gd name="connsiteY13" fmla="*/ 180975 h 1219200"/>
                <a:gd name="connsiteX14" fmla="*/ 416719 w 638175"/>
                <a:gd name="connsiteY14" fmla="*/ 202406 h 1219200"/>
                <a:gd name="connsiteX15" fmla="*/ 402431 w 638175"/>
                <a:gd name="connsiteY15" fmla="*/ 238125 h 1219200"/>
                <a:gd name="connsiteX16" fmla="*/ 421481 w 638175"/>
                <a:gd name="connsiteY16" fmla="*/ 276225 h 1219200"/>
                <a:gd name="connsiteX17" fmla="*/ 428625 w 638175"/>
                <a:gd name="connsiteY17" fmla="*/ 316706 h 1219200"/>
                <a:gd name="connsiteX18" fmla="*/ 445294 w 638175"/>
                <a:gd name="connsiteY18" fmla="*/ 488156 h 1219200"/>
                <a:gd name="connsiteX19" fmla="*/ 469106 w 638175"/>
                <a:gd name="connsiteY19" fmla="*/ 521494 h 1219200"/>
                <a:gd name="connsiteX20" fmla="*/ 509588 w 638175"/>
                <a:gd name="connsiteY20" fmla="*/ 569119 h 1219200"/>
                <a:gd name="connsiteX21" fmla="*/ 533400 w 638175"/>
                <a:gd name="connsiteY21" fmla="*/ 590550 h 1219200"/>
                <a:gd name="connsiteX22" fmla="*/ 571500 w 638175"/>
                <a:gd name="connsiteY22" fmla="*/ 611981 h 1219200"/>
                <a:gd name="connsiteX23" fmla="*/ 573881 w 638175"/>
                <a:gd name="connsiteY23" fmla="*/ 628650 h 1219200"/>
                <a:gd name="connsiteX24" fmla="*/ 564356 w 638175"/>
                <a:gd name="connsiteY24" fmla="*/ 666750 h 1219200"/>
                <a:gd name="connsiteX25" fmla="*/ 511969 w 638175"/>
                <a:gd name="connsiteY25" fmla="*/ 676275 h 1219200"/>
                <a:gd name="connsiteX26" fmla="*/ 481013 w 638175"/>
                <a:gd name="connsiteY26" fmla="*/ 647700 h 1219200"/>
                <a:gd name="connsiteX27" fmla="*/ 438150 w 638175"/>
                <a:gd name="connsiteY27" fmla="*/ 673894 h 1219200"/>
                <a:gd name="connsiteX28" fmla="*/ 485775 w 638175"/>
                <a:gd name="connsiteY28" fmla="*/ 883444 h 1219200"/>
                <a:gd name="connsiteX29" fmla="*/ 514350 w 638175"/>
                <a:gd name="connsiteY29" fmla="*/ 990600 h 1219200"/>
                <a:gd name="connsiteX30" fmla="*/ 523875 w 638175"/>
                <a:gd name="connsiteY30" fmla="*/ 1059656 h 1219200"/>
                <a:gd name="connsiteX31" fmla="*/ 581025 w 638175"/>
                <a:gd name="connsiteY31" fmla="*/ 1128713 h 1219200"/>
                <a:gd name="connsiteX32" fmla="*/ 569119 w 638175"/>
                <a:gd name="connsiteY32" fmla="*/ 1150144 h 1219200"/>
                <a:gd name="connsiteX33" fmla="*/ 633413 w 638175"/>
                <a:gd name="connsiteY33" fmla="*/ 1171575 h 1219200"/>
                <a:gd name="connsiteX34" fmla="*/ 638175 w 638175"/>
                <a:gd name="connsiteY34" fmla="*/ 1200150 h 1219200"/>
                <a:gd name="connsiteX35" fmla="*/ 523875 w 638175"/>
                <a:gd name="connsiteY35" fmla="*/ 1219200 h 1219200"/>
                <a:gd name="connsiteX36" fmla="*/ 495300 w 638175"/>
                <a:gd name="connsiteY36" fmla="*/ 1209675 h 1219200"/>
                <a:gd name="connsiteX37" fmla="*/ 450056 w 638175"/>
                <a:gd name="connsiteY37" fmla="*/ 1197769 h 1219200"/>
                <a:gd name="connsiteX38" fmla="*/ 447675 w 638175"/>
                <a:gd name="connsiteY38" fmla="*/ 1169194 h 1219200"/>
                <a:gd name="connsiteX39" fmla="*/ 414338 w 638175"/>
                <a:gd name="connsiteY39" fmla="*/ 1078706 h 1219200"/>
                <a:gd name="connsiteX40" fmla="*/ 416719 w 638175"/>
                <a:gd name="connsiteY40" fmla="*/ 1002506 h 1219200"/>
                <a:gd name="connsiteX41" fmla="*/ 335756 w 638175"/>
                <a:gd name="connsiteY41" fmla="*/ 792956 h 1219200"/>
                <a:gd name="connsiteX42" fmla="*/ 264319 w 638175"/>
                <a:gd name="connsiteY42" fmla="*/ 928688 h 1219200"/>
                <a:gd name="connsiteX43" fmla="*/ 119063 w 638175"/>
                <a:gd name="connsiteY43" fmla="*/ 1159669 h 1219200"/>
                <a:gd name="connsiteX44" fmla="*/ 152400 w 638175"/>
                <a:gd name="connsiteY44" fmla="*/ 1183481 h 1219200"/>
                <a:gd name="connsiteX45" fmla="*/ 166688 w 638175"/>
                <a:gd name="connsiteY45" fmla="*/ 1188244 h 1219200"/>
                <a:gd name="connsiteX46" fmla="*/ 152400 w 638175"/>
                <a:gd name="connsiteY46" fmla="*/ 1202531 h 1219200"/>
                <a:gd name="connsiteX47" fmla="*/ 78581 w 638175"/>
                <a:gd name="connsiteY47" fmla="*/ 1200150 h 1219200"/>
                <a:gd name="connsiteX48" fmla="*/ 54769 w 638175"/>
                <a:gd name="connsiteY48" fmla="*/ 1193006 h 1219200"/>
                <a:gd name="connsiteX49" fmla="*/ 52388 w 638175"/>
                <a:gd name="connsiteY49" fmla="*/ 1183481 h 1219200"/>
                <a:gd name="connsiteX50" fmla="*/ 28575 w 638175"/>
                <a:gd name="connsiteY50" fmla="*/ 1178719 h 1219200"/>
                <a:gd name="connsiteX51" fmla="*/ 0 w 638175"/>
                <a:gd name="connsiteY51" fmla="*/ 1147763 h 1219200"/>
                <a:gd name="connsiteX52" fmla="*/ 28575 w 638175"/>
                <a:gd name="connsiteY52" fmla="*/ 1112044 h 1219200"/>
                <a:gd name="connsiteX53" fmla="*/ 30956 w 638175"/>
                <a:gd name="connsiteY53" fmla="*/ 1076325 h 1219200"/>
                <a:gd name="connsiteX54" fmla="*/ 207169 w 638175"/>
                <a:gd name="connsiteY54" fmla="*/ 823913 h 1219200"/>
                <a:gd name="connsiteX55" fmla="*/ 223838 w 638175"/>
                <a:gd name="connsiteY55" fmla="*/ 666750 h 1219200"/>
                <a:gd name="connsiteX56" fmla="*/ 192881 w 638175"/>
                <a:gd name="connsiteY56" fmla="*/ 676275 h 1219200"/>
                <a:gd name="connsiteX57" fmla="*/ 166688 w 638175"/>
                <a:gd name="connsiteY57" fmla="*/ 633413 h 1219200"/>
                <a:gd name="connsiteX58" fmla="*/ 214313 w 638175"/>
                <a:gd name="connsiteY58" fmla="*/ 504825 h 1219200"/>
                <a:gd name="connsiteX59" fmla="*/ 219075 w 638175"/>
                <a:gd name="connsiteY59" fmla="*/ 292894 h 1219200"/>
                <a:gd name="connsiteX60" fmla="*/ 257175 w 638175"/>
                <a:gd name="connsiteY60" fmla="*/ 238125 h 1219200"/>
                <a:gd name="connsiteX61" fmla="*/ 295275 w 638175"/>
                <a:gd name="connsiteY61" fmla="*/ 209550 h 1219200"/>
                <a:gd name="connsiteX62" fmla="*/ 311944 w 638175"/>
                <a:gd name="connsiteY62" fmla="*/ 159544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38175" h="1219200">
                  <a:moveTo>
                    <a:pt x="311944" y="159544"/>
                  </a:moveTo>
                  <a:lnTo>
                    <a:pt x="276225" y="78581"/>
                  </a:lnTo>
                  <a:lnTo>
                    <a:pt x="288131" y="30956"/>
                  </a:lnTo>
                  <a:lnTo>
                    <a:pt x="311944" y="0"/>
                  </a:lnTo>
                  <a:lnTo>
                    <a:pt x="347663" y="0"/>
                  </a:lnTo>
                  <a:lnTo>
                    <a:pt x="395288" y="0"/>
                  </a:lnTo>
                  <a:lnTo>
                    <a:pt x="428625" y="23813"/>
                  </a:lnTo>
                  <a:lnTo>
                    <a:pt x="419100" y="42863"/>
                  </a:lnTo>
                  <a:lnTo>
                    <a:pt x="447675" y="102394"/>
                  </a:lnTo>
                  <a:lnTo>
                    <a:pt x="428625" y="116681"/>
                  </a:lnTo>
                  <a:lnTo>
                    <a:pt x="438150" y="140494"/>
                  </a:lnTo>
                  <a:lnTo>
                    <a:pt x="435769" y="166688"/>
                  </a:lnTo>
                  <a:lnTo>
                    <a:pt x="407194" y="161925"/>
                  </a:lnTo>
                  <a:lnTo>
                    <a:pt x="385763" y="180975"/>
                  </a:lnTo>
                  <a:lnTo>
                    <a:pt x="416719" y="202406"/>
                  </a:lnTo>
                  <a:lnTo>
                    <a:pt x="402431" y="238125"/>
                  </a:lnTo>
                  <a:lnTo>
                    <a:pt x="421481" y="276225"/>
                  </a:lnTo>
                  <a:lnTo>
                    <a:pt x="428625" y="316706"/>
                  </a:lnTo>
                  <a:lnTo>
                    <a:pt x="445294" y="488156"/>
                  </a:lnTo>
                  <a:lnTo>
                    <a:pt x="469106" y="521494"/>
                  </a:lnTo>
                  <a:lnTo>
                    <a:pt x="509588" y="569119"/>
                  </a:lnTo>
                  <a:lnTo>
                    <a:pt x="533400" y="590550"/>
                  </a:lnTo>
                  <a:lnTo>
                    <a:pt x="571500" y="611981"/>
                  </a:lnTo>
                  <a:lnTo>
                    <a:pt x="573881" y="628650"/>
                  </a:lnTo>
                  <a:lnTo>
                    <a:pt x="564356" y="666750"/>
                  </a:lnTo>
                  <a:lnTo>
                    <a:pt x="511969" y="676275"/>
                  </a:lnTo>
                  <a:lnTo>
                    <a:pt x="481013" y="647700"/>
                  </a:lnTo>
                  <a:lnTo>
                    <a:pt x="438150" y="673894"/>
                  </a:lnTo>
                  <a:lnTo>
                    <a:pt x="485775" y="883444"/>
                  </a:lnTo>
                  <a:lnTo>
                    <a:pt x="514350" y="990600"/>
                  </a:lnTo>
                  <a:lnTo>
                    <a:pt x="523875" y="1059656"/>
                  </a:lnTo>
                  <a:lnTo>
                    <a:pt x="581025" y="1128713"/>
                  </a:lnTo>
                  <a:lnTo>
                    <a:pt x="569119" y="1150144"/>
                  </a:lnTo>
                  <a:lnTo>
                    <a:pt x="633413" y="1171575"/>
                  </a:lnTo>
                  <a:lnTo>
                    <a:pt x="638175" y="1200150"/>
                  </a:lnTo>
                  <a:lnTo>
                    <a:pt x="523875" y="1219200"/>
                  </a:lnTo>
                  <a:lnTo>
                    <a:pt x="495300" y="1209675"/>
                  </a:lnTo>
                  <a:lnTo>
                    <a:pt x="450056" y="1197769"/>
                  </a:lnTo>
                  <a:lnTo>
                    <a:pt x="447675" y="1169194"/>
                  </a:lnTo>
                  <a:lnTo>
                    <a:pt x="414338" y="1078706"/>
                  </a:lnTo>
                  <a:cubicBezTo>
                    <a:pt x="415132" y="1053306"/>
                    <a:pt x="415925" y="1027906"/>
                    <a:pt x="416719" y="1002506"/>
                  </a:cubicBezTo>
                  <a:lnTo>
                    <a:pt x="335756" y="792956"/>
                  </a:lnTo>
                  <a:lnTo>
                    <a:pt x="264319" y="928688"/>
                  </a:lnTo>
                  <a:lnTo>
                    <a:pt x="119063" y="1159669"/>
                  </a:lnTo>
                  <a:lnTo>
                    <a:pt x="152400" y="1183481"/>
                  </a:lnTo>
                  <a:lnTo>
                    <a:pt x="166688" y="1188244"/>
                  </a:lnTo>
                  <a:lnTo>
                    <a:pt x="152400" y="1202531"/>
                  </a:lnTo>
                  <a:lnTo>
                    <a:pt x="78581" y="1200150"/>
                  </a:lnTo>
                  <a:lnTo>
                    <a:pt x="54769" y="1193006"/>
                  </a:lnTo>
                  <a:lnTo>
                    <a:pt x="52388" y="1183481"/>
                  </a:lnTo>
                  <a:lnTo>
                    <a:pt x="28575" y="1178719"/>
                  </a:lnTo>
                  <a:lnTo>
                    <a:pt x="0" y="1147763"/>
                  </a:lnTo>
                  <a:lnTo>
                    <a:pt x="28575" y="1112044"/>
                  </a:lnTo>
                  <a:lnTo>
                    <a:pt x="30956" y="1076325"/>
                  </a:lnTo>
                  <a:lnTo>
                    <a:pt x="207169" y="823913"/>
                  </a:lnTo>
                  <a:lnTo>
                    <a:pt x="223838" y="666750"/>
                  </a:lnTo>
                  <a:lnTo>
                    <a:pt x="192881" y="676275"/>
                  </a:lnTo>
                  <a:lnTo>
                    <a:pt x="166688" y="633413"/>
                  </a:lnTo>
                  <a:lnTo>
                    <a:pt x="214313" y="504825"/>
                  </a:lnTo>
                  <a:lnTo>
                    <a:pt x="219075" y="292894"/>
                  </a:lnTo>
                  <a:lnTo>
                    <a:pt x="257175" y="238125"/>
                  </a:lnTo>
                  <a:lnTo>
                    <a:pt x="295275" y="209550"/>
                  </a:lnTo>
                  <a:lnTo>
                    <a:pt x="311944" y="159544"/>
                  </a:lnTo>
                  <a:close/>
                </a:path>
              </a:pathLst>
            </a:cu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endParaRPr lang="ja-JP" altLang="en-US" sz="1200"/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B7CA66F2-0FD5-AE5E-C14B-E9F8C853C32C}"/>
                </a:ext>
              </a:extLst>
            </p:cNvPr>
            <p:cNvSpPr txBox="1"/>
            <p:nvPr/>
          </p:nvSpPr>
          <p:spPr>
            <a:xfrm>
              <a:off x="820313" y="1043956"/>
              <a:ext cx="559670" cy="227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880" dirty="0">
                  <a:latin typeface="MS PMincho" panose="02020600040205080304" pitchFamily="18" charset="-128"/>
                  <a:ea typeface="MS PMincho" panose="02020600040205080304" pitchFamily="18" charset="-128"/>
                </a:rPr>
                <a:t>被験者</a:t>
              </a:r>
              <a:endParaRPr lang="en-US" altLang="ja-JP" sz="880" dirty="0">
                <a:latin typeface="MS PMincho" panose="02020600040205080304" pitchFamily="18" charset="-128"/>
                <a:ea typeface="MS PMincho" panose="02020600040205080304" pitchFamily="18" charset="-128"/>
              </a:endParaRPr>
            </a:p>
          </p:txBody>
        </p:sp>
        <p:cxnSp>
          <p:nvCxnSpPr>
            <p:cNvPr id="31" name="直線矢印コネクタ 30">
              <a:extLst>
                <a:ext uri="{FF2B5EF4-FFF2-40B4-BE49-F238E27FC236}">
                  <a16:creationId xmlns:a16="http://schemas.microsoft.com/office/drawing/2014/main" id="{0546D939-2A58-CE23-7F98-6403BC22AC4D}"/>
                </a:ext>
              </a:extLst>
            </p:cNvPr>
            <p:cNvCxnSpPr/>
            <p:nvPr/>
          </p:nvCxnSpPr>
          <p:spPr bwMode="auto">
            <a:xfrm flipV="1">
              <a:off x="1528673" y="1481916"/>
              <a:ext cx="219679" cy="3737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直線矢印コネクタ 31">
              <a:extLst>
                <a:ext uri="{FF2B5EF4-FFF2-40B4-BE49-F238E27FC236}">
                  <a16:creationId xmlns:a16="http://schemas.microsoft.com/office/drawing/2014/main" id="{4349DA36-31CC-4E48-283C-9403CE2E37A9}"/>
                </a:ext>
              </a:extLst>
            </p:cNvPr>
            <p:cNvCxnSpPr/>
            <p:nvPr/>
          </p:nvCxnSpPr>
          <p:spPr bwMode="auto">
            <a:xfrm flipV="1">
              <a:off x="867150" y="1384672"/>
              <a:ext cx="0" cy="24284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直線矢印コネクタ 32">
              <a:extLst>
                <a:ext uri="{FF2B5EF4-FFF2-40B4-BE49-F238E27FC236}">
                  <a16:creationId xmlns:a16="http://schemas.microsoft.com/office/drawing/2014/main" id="{FC5C02FA-746F-6172-6F29-0EC7FBE2E4DB}"/>
                </a:ext>
              </a:extLst>
            </p:cNvPr>
            <p:cNvCxnSpPr/>
            <p:nvPr/>
          </p:nvCxnSpPr>
          <p:spPr bwMode="auto">
            <a:xfrm flipV="1">
              <a:off x="862303" y="1595789"/>
              <a:ext cx="209928" cy="3026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15E6EFB7-7E15-9019-3C0D-67782FBD209B}"/>
                </a:ext>
              </a:extLst>
            </p:cNvPr>
            <p:cNvCxnSpPr/>
            <p:nvPr/>
          </p:nvCxnSpPr>
          <p:spPr bwMode="auto">
            <a:xfrm flipH="1" flipV="1">
              <a:off x="665848" y="1539716"/>
              <a:ext cx="202497" cy="8633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sm" len="lg"/>
              <a:tailEnd type="triangl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41" name="グラフィックス 40">
              <a:extLst>
                <a:ext uri="{FF2B5EF4-FFF2-40B4-BE49-F238E27FC236}">
                  <a16:creationId xmlns:a16="http://schemas.microsoft.com/office/drawing/2014/main" id="{794313C5-61EA-0212-E3EF-865F756982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3486" r="50048" b="72813"/>
            <a:stretch/>
          </p:blipFill>
          <p:spPr>
            <a:xfrm>
              <a:off x="657514" y="1905353"/>
              <a:ext cx="275957" cy="138332"/>
            </a:xfrm>
            <a:prstGeom prst="rect">
              <a:avLst/>
            </a:prstGeom>
          </p:spPr>
        </p:pic>
        <p:pic>
          <p:nvPicPr>
            <p:cNvPr id="43" name="グラフィックス 42">
              <a:extLst>
                <a:ext uri="{FF2B5EF4-FFF2-40B4-BE49-F238E27FC236}">
                  <a16:creationId xmlns:a16="http://schemas.microsoft.com/office/drawing/2014/main" id="{CB0AFBD7-DC58-D87D-EC5E-BEF792175A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-1" t="28999" r="40519" b="59878"/>
            <a:stretch/>
          </p:blipFill>
          <p:spPr>
            <a:xfrm>
              <a:off x="2358705" y="1907241"/>
              <a:ext cx="328602" cy="112299"/>
            </a:xfrm>
            <a:prstGeom prst="rect">
              <a:avLst/>
            </a:prstGeom>
          </p:spPr>
        </p:pic>
        <p:pic>
          <p:nvPicPr>
            <p:cNvPr id="44" name="グラフィックス 43">
              <a:extLst>
                <a:ext uri="{FF2B5EF4-FFF2-40B4-BE49-F238E27FC236}">
                  <a16:creationId xmlns:a16="http://schemas.microsoft.com/office/drawing/2014/main" id="{77846CB0-4E6E-120C-E2D2-F3C4434E11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45154" r="84088" b="43761"/>
            <a:stretch/>
          </p:blipFill>
          <p:spPr>
            <a:xfrm>
              <a:off x="1028278" y="1480837"/>
              <a:ext cx="87906" cy="111919"/>
            </a:xfrm>
            <a:prstGeom prst="rect">
              <a:avLst/>
            </a:prstGeom>
          </p:spPr>
        </p:pic>
        <p:pic>
          <p:nvPicPr>
            <p:cNvPr id="45" name="グラフィックス 44">
              <a:extLst>
                <a:ext uri="{FF2B5EF4-FFF2-40B4-BE49-F238E27FC236}">
                  <a16:creationId xmlns:a16="http://schemas.microsoft.com/office/drawing/2014/main" id="{1E4570CA-5CE3-983C-5A89-BCE700C10F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-995" t="62135" r="85083" b="26780"/>
            <a:stretch/>
          </p:blipFill>
          <p:spPr>
            <a:xfrm>
              <a:off x="664470" y="1428666"/>
              <a:ext cx="87906" cy="111919"/>
            </a:xfrm>
            <a:prstGeom prst="rect">
              <a:avLst/>
            </a:prstGeom>
          </p:spPr>
        </p:pic>
        <p:pic>
          <p:nvPicPr>
            <p:cNvPr id="46" name="グラフィックス 45">
              <a:extLst>
                <a:ext uri="{FF2B5EF4-FFF2-40B4-BE49-F238E27FC236}">
                  <a16:creationId xmlns:a16="http://schemas.microsoft.com/office/drawing/2014/main" id="{D30F7FC5-E7E3-1EC9-A0E1-CC2F6F85AC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-1619" t="74749" r="85707" b="14166"/>
            <a:stretch/>
          </p:blipFill>
          <p:spPr>
            <a:xfrm>
              <a:off x="879361" y="1281366"/>
              <a:ext cx="87906" cy="1119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7635692"/>
      </p:ext>
    </p:extLst>
  </p:cSld>
  <p:clrMapOvr>
    <a:masterClrMapping/>
  </p:clrMapOvr>
</p:sld>
</file>

<file path=ppt/theme/theme1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B566A5E7-9EC3-4DE3-A06C-087835ACB496}" vid="{AAC780E3-613B-4E2A-A01B-B0F0FAA05162}"/>
    </a:ext>
  </a:extLst>
</a:theme>
</file>

<file path=ppt/theme/theme2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B566A5E7-9EC3-4DE3-A06C-087835ACB496}" vid="{BCFD68C0-900B-469B-A595-2C8249652FD1}"/>
    </a:ext>
  </a:extLst>
</a:theme>
</file>

<file path=ppt/theme/theme3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B566A5E7-9EC3-4DE3-A06C-087835ACB496}" vid="{CD7BC6ED-A48C-4829-9FB7-9F1EDE984403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CB2CE9A32C3C0468F8F44AFBC08EC1E" ma:contentTypeVersion="19" ma:contentTypeDescription="新しいドキュメントを作成します。" ma:contentTypeScope="" ma:versionID="4bd1f43e868d229b280a8b299ab776a7">
  <xsd:schema xmlns:xsd="http://www.w3.org/2001/XMLSchema" xmlns:xs="http://www.w3.org/2001/XMLSchema" xmlns:p="http://schemas.microsoft.com/office/2006/metadata/properties" xmlns:ns2="5522a529-2247-4872-b7b5-82bbe8b890e9" xmlns:ns3="ae222ecd-f348-4d17-aa5f-102d3113850e" targetNamespace="http://schemas.microsoft.com/office/2006/metadata/properties" ma:root="true" ma:fieldsID="f9e991c474de28d45dd5c9aa9423891d" ns2:_="" ns3:_="">
    <xsd:import namespace="5522a529-2247-4872-b7b5-82bbe8b890e9"/>
    <xsd:import namespace="ae222ecd-f348-4d17-aa5f-102d311385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2a529-2247-4872-b7b5-82bbe8b890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画像タグ" ma:readOnly="false" ma:fieldId="{5cf76f15-5ced-4ddc-b409-7134ff3c332f}" ma:taxonomyMulti="true" ma:sspId="c6420bf8-4c95-4e92-8313-b67cd5cbc3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222ecd-f348-4d17-aa5f-102d3113850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f404cd29-f333-48d9-9fcd-58a29d9afefa}" ma:internalName="TaxCatchAll" ma:showField="CatchAllData" ma:web="ae222ecd-f348-4d17-aa5f-102d3113850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e222ecd-f348-4d17-aa5f-102d3113850e" xsi:nil="true"/>
    <lcf76f155ced4ddcb4097134ff3c332f xmlns="5522a529-2247-4872-b7b5-82bbe8b890e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7E4BD07-5CB9-4F94-8EFE-57D8E5B334FF}"/>
</file>

<file path=customXml/itemProps2.xml><?xml version="1.0" encoding="utf-8"?>
<ds:datastoreItem xmlns:ds="http://schemas.openxmlformats.org/officeDocument/2006/customXml" ds:itemID="{2F251A76-2070-4C0F-97BE-04A7496C387B}"/>
</file>

<file path=customXml/itemProps3.xml><?xml version="1.0" encoding="utf-8"?>
<ds:datastoreItem xmlns:ds="http://schemas.openxmlformats.org/officeDocument/2006/customXml" ds:itemID="{BB738265-BBE1-401A-937F-0826D544D8B5}"/>
</file>

<file path=docProps/app.xml><?xml version="1.0" encoding="utf-8"?>
<Properties xmlns="http://schemas.openxmlformats.org/officeDocument/2006/extended-properties" xmlns:vt="http://schemas.openxmlformats.org/officeDocument/2006/docPropsVTypes">
  <Template>thesis_figure</Template>
  <TotalTime>29</TotalTime>
  <Words>19</Words>
  <Application>Microsoft Office PowerPoint</Application>
  <PresentationFormat>A4 210 x 297 mm</PresentationFormat>
  <Paragraphs>12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2</vt:i4>
      </vt:variant>
    </vt:vector>
  </HeadingPairs>
  <TitlesOfParts>
    <vt:vector size="10" baseType="lpstr">
      <vt:lpstr>MS PMincho</vt:lpstr>
      <vt:lpstr>MS PMincho</vt:lpstr>
      <vt:lpstr>游ゴシック</vt:lpstr>
      <vt:lpstr>Arial</vt:lpstr>
      <vt:lpstr>Calibri</vt:lpstr>
      <vt:lpstr>1_デザインの設定</vt:lpstr>
      <vt:lpstr>Office テーマ</vt:lpstr>
      <vt:lpstr>デザインの設定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HARUKI TAYAMA</dc:creator>
  <cp:lastModifiedBy>HARUKI TAYAMA</cp:lastModifiedBy>
  <cp:revision>4</cp:revision>
  <dcterms:created xsi:type="dcterms:W3CDTF">2023-10-24T06:00:07Z</dcterms:created>
  <dcterms:modified xsi:type="dcterms:W3CDTF">2023-10-26T08:30:14Z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0x010100ACB2CE9A32C3C0468F8F44AFBC08EC1E</vt:lpwstr>
  </property>
  <property fmtid="{D5CDD505-2E9C-101B-9397-08002B2CF9AE}" pid="3" name="MediaServiceImageTags">
    <vt:lpwstr/>
  </property>
</Properties>
</file>